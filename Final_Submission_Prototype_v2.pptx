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xml" ContentType="application/xml"/>
  <Default Extension="png" ContentType="image/png"/>
  <Default Extension="wmf" ContentType="image/x-wmf"/>
  <Override PartName="/ppt/theme/theme2.xml" ContentType="application/vnd.openxmlformats-officedocument.theme+xml"/>
  <Override PartName="/ppt/slideLayouts/slideLayout10.xml" ContentType="application/vnd.openxmlformats-officedocument.presentationml.slideLayout+xml"/>
  <Override PartName="/ppt/presentation.xml" ContentType="application/vnd.openxmlformats-officedocument.presentationml.presentation.main+xml"/>
  <Override PartName="/ppt/slideLayouts/slideLayout5.xml" ContentType="application/vnd.openxmlformats-officedocument.presentationml.slideLayout+xml"/>
  <Override PartName="/ppt/tableStyles.xml" ContentType="application/vnd.openxmlformats-officedocument.presentationml.tableStyles+xml"/>
  <Override PartName="/ppt/presProps.xml" ContentType="application/vnd.openxmlformats-officedocument.presentationml.presProps+xml"/>
  <Override PartName="/ppt/notesSlides/notesSlide15.xml" ContentType="application/vnd.openxmlformats-officedocument.presentationml.notesSlide+xml"/>
  <Override PartName="/ppt/slides/slide15.xml" ContentType="application/vnd.openxmlformats-officedocument.presentationml.slide+xml"/>
  <Override PartName="/docProps/app.xml" ContentType="application/vnd.openxmlformats-officedocument.extended-properties+xml"/>
  <Override PartName="/ppt/viewProps.xml" ContentType="application/vnd.openxmlformats-officedocument.presentationml.viewProps+xml"/>
  <Override PartName="/ppt/slideLayouts/slideLayout6.xml" ContentType="application/vnd.openxmlformats-officedocument.presentationml.slideLayout+xml"/>
  <Override PartName="/docProps/core.xml" ContentType="application/vnd.openxmlformats-package.core-properties+xml"/>
  <Override PartName="/ppt/theme/theme1.xml" ContentType="application/vnd.openxmlformats-officedocument.theme+xml"/>
  <Override PartName="/ppt/theme/theme3.xml" ContentType="application/vnd.openxmlformats-officedocument.theme+xml"/>
  <Override PartName="/ppt/slideLayouts/slideLayout18.xml" ContentType="application/vnd.openxmlformats-officedocument.presentationml.slideLayout+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2.xml" ContentType="application/vnd.openxmlformats-officedocument.presentationml.slideLayout+xml"/>
  <Override PartName="/ppt/slideMasters/slideMaster2.xml" ContentType="application/vnd.openxmlformats-officedocument.presentationml.slideMaster+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slides/slide11.xml" ContentType="application/vnd.openxmlformats-officedocument.presentationml.slide+xml"/>
  <Override PartName="/ppt/slides/slide8.xml" ContentType="application/vnd.openxmlformats-officedocument.presentationml.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slides/slide10.xml" ContentType="application/vnd.openxmlformats-officedocument.presentationml.slide+xml"/>
  <Override PartName="/ppt/slides/slide9.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embedTrueTypeFonts="1" saveSubsetFonts="1" strictFirstAndLastChars="0">
  <p:sldMasterIdLst>
    <p:sldMasterId id="2147483648" r:id="rId1"/>
    <p:sldMasterId id="2147483660" r:id="rId2"/>
  </p:sldMasterIdLst>
  <p:notesMasterIdLst>
    <p:notesMasterId r:id="rId21"/>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9144000" cy="51435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theme" Target="theme/theme1.xml"/><Relationship Id="rId4" Type="http://schemas.openxmlformats.org/officeDocument/2006/relationships/theme" Target="theme/theme2.xml"/><Relationship Id="rId5" Type="http://schemas.openxmlformats.org/officeDocument/2006/relationships/theme" Target="theme/theme3.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notesMaster" Target="notesMasters/notesMaster1.xml"/><Relationship Id="rId22" Type="http://schemas.openxmlformats.org/officeDocument/2006/relationships/presProps" Target="presProps.xml" /><Relationship Id="rId23" Type="http://schemas.openxmlformats.org/officeDocument/2006/relationships/tableStyles" Target="tableStyles.xml" /><Relationship Id="rId24"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spTree>
      <p:nvGrpSpPr>
        <p:cNvPr id="1" name=""/>
        <p:cNvGrpSpPr/>
        <p:nvPr/>
      </p:nvGrpSpPr>
      <p:grpSpPr bwMode="auto">
        <a:xfrm>
          <a:off x="0" y="0"/>
          <a:ext cx="0" cy="0"/>
          <a:chOff x="0" y="0"/>
          <a:chExt cx="0" cy="0"/>
        </a:xfrm>
      </p:grpSpPr>
      <p:sp>
        <p:nvSpPr>
          <p:cNvPr id="1535867746" name="Google Shape;3;n"/>
          <p:cNvSpPr/>
          <p:nvPr>
            <p:ph type="sldImg" idx="2"/>
          </p:nvPr>
        </p:nvSpPr>
        <p:spPr bwMode="auto">
          <a:xfrm>
            <a:off x="381300" y="685800"/>
            <a:ext cx="6096075"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72327131" name="Google Shape;4;n"/>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pPr>
              <a:defRPr/>
            </a:pPr>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649395843" name="Google Shape;96;g3c07f7ad1a1_2_45: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5906303" name="Google Shape;97;g3c07f7ad1a1_2_45: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36784886" name="Google Shape;104;g3c07f7ad1a1_2_52:notes"/>
          <p:cNvSpPr/>
          <p:nvPr>
            <p:ph type="sldImg" idx="2"/>
          </p:nvPr>
        </p:nvSpPr>
        <p:spPr bwMode="auto">
          <a:xfrm>
            <a:off x="381300" y="685800"/>
            <a:ext cx="6096075"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5839049" name="Google Shape;105;g3c07f7ad1a1_2_52: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121657344" name="Google Shape;112;g3c07f7ad1a1_2_59: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11304550" name="Google Shape;113;g3c07f7ad1a1_2_59: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055710528" name="Google Shape;118;g3c07f7ad1a1_2_64: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98994100" name="Google Shape;119;g3c07f7ad1a1_2_64: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243057168" name="Google Shape;124;g3c07f7ad1a1_2_69: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76596134" name="Google Shape;125;g3c07f7ad1a1_2_69: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574909883" name="Google Shape;130;g3c07f7ad1a1_2_74: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42816922" name="Google Shape;131;g3c07f7ad1a1_2_74: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669997758" name="Google Shape;136;g3c07f7ad1a1_2_8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25013507" name="Google Shape;137;g3c07f7ad1a1_2_8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945210608" name="Google Shape;142;g3c07f7ad1a1_2_88: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89122169" name="Google Shape;143;g3c07f7ad1a1_2_88: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883226229" name="Google Shape;148;g3c07f7ad1a1_2_95: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0151023" name="Google Shape;149;g3c07f7ad1a1_2_95: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95445075" name="Google Shape;154;g3c07f7ad1a1_2_102: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4170878" name="Google Shape;155;g3c07f7ad1a1_2_102: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624725029" name="Google Shape;160;g3c07f7ad1a1_2_109: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7966187" name="Google Shape;161;g3c07f7ad1a1_2_109: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392478237" name="Google Shape;166;g3c07f7ad1a1_2_116: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88564222" name="Google Shape;167;g3c07f7ad1a1_2_116: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41024336" name="Google Shape;172;g3c07f7ad1a1_2_123: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4569687" name="Google Shape;173;g3c07f7ad1a1_2_123: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115062646" name="Google Shape;178;g3c07f7ad1a1_2_130: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0963884" name="Google Shape;179;g3c07f7ad1a1_2_130: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535086495" name="Google Shape;183;g3c07f7ad1a1_2_136: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7706353" name="Google Shape;184;g3c07f7ad1a1_2_136: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slide" preserve="0" showMasterPhAnim="0" showMasterSp="1" type="title" userDrawn="1">
  <p:cSld name="TITLE">
    <p:spTree>
      <p:nvGrpSpPr>
        <p:cNvPr id="1" name=""/>
        <p:cNvGrpSpPr/>
        <p:nvPr/>
      </p:nvGrpSpPr>
      <p:grpSpPr bwMode="auto">
        <a:xfrm>
          <a:off x="0" y="0"/>
          <a:ext cx="0" cy="0"/>
          <a:chOff x="0" y="0"/>
          <a:chExt cx="0" cy="0"/>
        </a:xfrm>
      </p:grpSpPr>
      <p:sp>
        <p:nvSpPr>
          <p:cNvPr id="935658221" name="Google Shape;10;p2"/>
          <p:cNvSpPr txBox="1"/>
          <p:nvPr>
            <p:ph type="ctrTitle"/>
          </p:nvPr>
        </p:nvSpPr>
        <p:spPr bwMode="auto">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pPr>
              <a:defRPr/>
            </a:pPr>
            <a:endParaRPr/>
          </a:p>
        </p:txBody>
      </p:sp>
      <p:sp>
        <p:nvSpPr>
          <p:cNvPr id="495263406" name="Google Shape;11;p2"/>
          <p:cNvSpPr txBox="1"/>
          <p:nvPr>
            <p:ph type="subTitle" idx="1"/>
          </p:nvPr>
        </p:nvSpPr>
        <p:spPr bwMode="auto">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pPr>
              <a:defRPr/>
            </a:pPr>
            <a:endParaRPr/>
          </a:p>
        </p:txBody>
      </p:sp>
      <p:sp>
        <p:nvSpPr>
          <p:cNvPr id="1464048817" name="Google Shape;12;p2"/>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Section header" preserve="0" showMasterPhAnim="0" showMasterSp="1" type="secHead" userDrawn="1">
  <p:cSld name="SECTION_HEADER">
    <p:spTree>
      <p:nvGrpSpPr>
        <p:cNvPr id="1" name=""/>
        <p:cNvGrpSpPr/>
        <p:nvPr/>
      </p:nvGrpSpPr>
      <p:grpSpPr bwMode="auto">
        <a:xfrm>
          <a:off x="0" y="0"/>
          <a:ext cx="0" cy="0"/>
          <a:chOff x="0" y="0"/>
          <a:chExt cx="0" cy="0"/>
        </a:xfrm>
      </p:grpSpPr>
      <p:sp>
        <p:nvSpPr>
          <p:cNvPr id="1316027655" name="Google Shape;14;p3"/>
          <p:cNvSpPr txBox="1"/>
          <p:nvPr>
            <p:ph type="title"/>
          </p:nvPr>
        </p:nvSpPr>
        <p:spPr bwMode="auto">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pPr>
              <a:defRPr/>
            </a:pPr>
            <a:endParaRPr/>
          </a:p>
        </p:txBody>
      </p:sp>
      <p:sp>
        <p:nvSpPr>
          <p:cNvPr id="338734717" name="Google Shape;15;p3"/>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and body" preserve="0" showMasterPhAnim="0" showMasterSp="1" type="tx" userDrawn="1">
  <p:cSld name="TITLE_AND_BODY">
    <p:spTree>
      <p:nvGrpSpPr>
        <p:cNvPr id="1" name=""/>
        <p:cNvGrpSpPr/>
        <p:nvPr/>
      </p:nvGrpSpPr>
      <p:grpSpPr bwMode="auto">
        <a:xfrm>
          <a:off x="0" y="0"/>
          <a:ext cx="0" cy="0"/>
          <a:chOff x="0" y="0"/>
          <a:chExt cx="0" cy="0"/>
        </a:xfrm>
      </p:grpSpPr>
      <p:sp>
        <p:nvSpPr>
          <p:cNvPr id="789375808" name="Google Shape;17;p4"/>
          <p:cNvSpPr txBox="1"/>
          <p:nvPr>
            <p:ph type="title"/>
          </p:nvPr>
        </p:nvSpPr>
        <p:spPr bwMode="auto">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pPr>
              <a:defRPr/>
            </a:pPr>
            <a:endParaRPr/>
          </a:p>
        </p:txBody>
      </p:sp>
      <p:sp>
        <p:nvSpPr>
          <p:cNvPr id="2144296399" name="Google Shape;18;p4"/>
          <p:cNvSpPr txBox="1"/>
          <p:nvPr>
            <p:ph type="body" idx="1"/>
          </p:nvPr>
        </p:nvSpPr>
        <p:spPr bwMode="auto">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pPr>
              <a:defRPr/>
            </a:pPr>
            <a:endParaRPr/>
          </a:p>
        </p:txBody>
      </p:sp>
      <p:sp>
        <p:nvSpPr>
          <p:cNvPr id="1605365838" name="Google Shape;19;p4"/>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and two columns" preserve="0" showMasterPhAnim="0" showMasterSp="1" type="twoColTx" userDrawn="1">
  <p:cSld name="TITLE_AND_TWO_COLUMNS">
    <p:spTree>
      <p:nvGrpSpPr>
        <p:cNvPr id="1" name=""/>
        <p:cNvGrpSpPr/>
        <p:nvPr/>
      </p:nvGrpSpPr>
      <p:grpSpPr bwMode="auto">
        <a:xfrm>
          <a:off x="0" y="0"/>
          <a:ext cx="0" cy="0"/>
          <a:chOff x="0" y="0"/>
          <a:chExt cx="0" cy="0"/>
        </a:xfrm>
      </p:grpSpPr>
      <p:sp>
        <p:nvSpPr>
          <p:cNvPr id="1976105889" name="Google Shape;21;p5"/>
          <p:cNvSpPr txBox="1"/>
          <p:nvPr>
            <p:ph type="title"/>
          </p:nvPr>
        </p:nvSpPr>
        <p:spPr bwMode="auto">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pPr>
              <a:defRPr/>
            </a:pPr>
            <a:endParaRPr/>
          </a:p>
        </p:txBody>
      </p:sp>
      <p:sp>
        <p:nvSpPr>
          <p:cNvPr id="173552261" name="Google Shape;22;p5"/>
          <p:cNvSpPr txBox="1"/>
          <p:nvPr>
            <p:ph type="body" idx="1"/>
          </p:nvPr>
        </p:nvSpPr>
        <p:spPr bwMode="auto">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a:defRPr/>
            </a:pPr>
            <a:endParaRPr/>
          </a:p>
        </p:txBody>
      </p:sp>
      <p:sp>
        <p:nvSpPr>
          <p:cNvPr id="1798076291" name="Google Shape;23;p5"/>
          <p:cNvSpPr txBox="1"/>
          <p:nvPr>
            <p:ph type="body" idx="2"/>
          </p:nvPr>
        </p:nvSpPr>
        <p:spPr bwMode="auto">
          <a:xfrm>
            <a:off x="4832399"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a:defRPr/>
            </a:pPr>
            <a:endParaRPr/>
          </a:p>
        </p:txBody>
      </p:sp>
      <p:sp>
        <p:nvSpPr>
          <p:cNvPr id="1543252322" name="Google Shape;24;p5"/>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only" preserve="0" showMasterPhAnim="0" showMasterSp="1" type="titleOnly" userDrawn="1">
  <p:cSld name="TITLE_ONLY">
    <p:spTree>
      <p:nvGrpSpPr>
        <p:cNvPr id="1" name=""/>
        <p:cNvGrpSpPr/>
        <p:nvPr/>
      </p:nvGrpSpPr>
      <p:grpSpPr bwMode="auto">
        <a:xfrm>
          <a:off x="0" y="0"/>
          <a:ext cx="0" cy="0"/>
          <a:chOff x="0" y="0"/>
          <a:chExt cx="0" cy="0"/>
        </a:xfrm>
      </p:grpSpPr>
      <p:sp>
        <p:nvSpPr>
          <p:cNvPr id="1639463155" name="Google Shape;26;p6"/>
          <p:cNvSpPr txBox="1"/>
          <p:nvPr>
            <p:ph type="title"/>
          </p:nvPr>
        </p:nvSpPr>
        <p:spPr bwMode="auto">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pPr>
              <a:defRPr/>
            </a:pPr>
            <a:endParaRPr/>
          </a:p>
        </p:txBody>
      </p:sp>
      <p:sp>
        <p:nvSpPr>
          <p:cNvPr id="1254163907" name="Google Shape;27;p6"/>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One column text" preserve="0" showMasterPhAnim="0" showMasterSp="1" userDrawn="1">
  <p:cSld name="ONE_COLUMN_TEXT">
    <p:spTree>
      <p:nvGrpSpPr>
        <p:cNvPr id="1" name=""/>
        <p:cNvGrpSpPr/>
        <p:nvPr/>
      </p:nvGrpSpPr>
      <p:grpSpPr bwMode="auto">
        <a:xfrm>
          <a:off x="0" y="0"/>
          <a:ext cx="0" cy="0"/>
          <a:chOff x="0" y="0"/>
          <a:chExt cx="0" cy="0"/>
        </a:xfrm>
      </p:grpSpPr>
      <p:sp>
        <p:nvSpPr>
          <p:cNvPr id="587112969" name="Google Shape;29;p7"/>
          <p:cNvSpPr txBox="1"/>
          <p:nvPr>
            <p:ph type="title"/>
          </p:nvPr>
        </p:nvSpPr>
        <p:spPr bwMode="auto">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pPr>
              <a:defRPr/>
            </a:pPr>
            <a:endParaRPr/>
          </a:p>
        </p:txBody>
      </p:sp>
      <p:sp>
        <p:nvSpPr>
          <p:cNvPr id="515161865" name="Google Shape;30;p7"/>
          <p:cNvSpPr txBox="1"/>
          <p:nvPr>
            <p:ph type="body" idx="1"/>
          </p:nvPr>
        </p:nvSpPr>
        <p:spPr bwMode="auto">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a:defRPr/>
            </a:pPr>
            <a:endParaRPr/>
          </a:p>
        </p:txBody>
      </p:sp>
      <p:sp>
        <p:nvSpPr>
          <p:cNvPr id="346147397" name="Google Shape;31;p7"/>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Main point" preserve="0" showMasterPhAnim="0" showMasterSp="1" userDrawn="1">
  <p:cSld name="MAIN_POINT">
    <p:spTree>
      <p:nvGrpSpPr>
        <p:cNvPr id="1" name=""/>
        <p:cNvGrpSpPr/>
        <p:nvPr/>
      </p:nvGrpSpPr>
      <p:grpSpPr bwMode="auto">
        <a:xfrm>
          <a:off x="0" y="0"/>
          <a:ext cx="0" cy="0"/>
          <a:chOff x="0" y="0"/>
          <a:chExt cx="0" cy="0"/>
        </a:xfrm>
      </p:grpSpPr>
      <p:sp>
        <p:nvSpPr>
          <p:cNvPr id="811269486" name="Google Shape;33;p8"/>
          <p:cNvSpPr txBox="1"/>
          <p:nvPr>
            <p:ph type="title"/>
          </p:nvPr>
        </p:nvSpPr>
        <p:spPr bwMode="auto">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pPr>
              <a:defRPr/>
            </a:pPr>
            <a:endParaRPr/>
          </a:p>
        </p:txBody>
      </p:sp>
      <p:sp>
        <p:nvSpPr>
          <p:cNvPr id="1300424648" name="Google Shape;34;p8"/>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Section title and description" preserve="0" showMasterPhAnim="0" showMasterSp="1" userDrawn="1">
  <p:cSld name="SECTION_TITLE_AND_DESCRIPTION">
    <p:spTree>
      <p:nvGrpSpPr>
        <p:cNvPr id="1" name=""/>
        <p:cNvGrpSpPr/>
        <p:nvPr/>
      </p:nvGrpSpPr>
      <p:grpSpPr bwMode="auto">
        <a:xfrm>
          <a:off x="0" y="0"/>
          <a:ext cx="0" cy="0"/>
          <a:chOff x="0" y="0"/>
          <a:chExt cx="0" cy="0"/>
        </a:xfrm>
      </p:grpSpPr>
      <p:sp>
        <p:nvSpPr>
          <p:cNvPr id="1086974845" name="Google Shape;36;p9"/>
          <p:cNvSpPr/>
          <p:nvPr/>
        </p:nvSpPr>
        <p:spPr bwMode="auto">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866557428" name="Google Shape;37;p9"/>
          <p:cNvSpPr txBox="1"/>
          <p:nvPr>
            <p:ph type="title"/>
          </p:nvPr>
        </p:nvSpPr>
        <p:spPr bwMode="auto">
          <a:xfrm>
            <a:off x="265500" y="1233175"/>
            <a:ext cx="4045199"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pPr>
              <a:defRPr/>
            </a:pPr>
            <a:endParaRPr/>
          </a:p>
        </p:txBody>
      </p:sp>
      <p:sp>
        <p:nvSpPr>
          <p:cNvPr id="1090967910" name="Google Shape;38;p9"/>
          <p:cNvSpPr txBox="1"/>
          <p:nvPr>
            <p:ph type="subTitle" idx="1"/>
          </p:nvPr>
        </p:nvSpPr>
        <p:spPr bwMode="auto">
          <a:xfrm>
            <a:off x="265500" y="2803075"/>
            <a:ext cx="4045199" cy="1235099"/>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pPr>
              <a:defRPr/>
            </a:pPr>
            <a:endParaRPr/>
          </a:p>
        </p:txBody>
      </p:sp>
      <p:sp>
        <p:nvSpPr>
          <p:cNvPr id="1629982503" name="Google Shape;39;p9"/>
          <p:cNvSpPr txBox="1"/>
          <p:nvPr>
            <p:ph type="body" idx="2"/>
          </p:nvPr>
        </p:nvSpPr>
        <p:spPr bwMode="auto">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pPr>
              <a:defRPr/>
            </a:pPr>
            <a:endParaRPr/>
          </a:p>
        </p:txBody>
      </p:sp>
      <p:sp>
        <p:nvSpPr>
          <p:cNvPr id="377607589" name="Google Shape;40;p9"/>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Caption" preserve="0" showMasterPhAnim="0" showMasterSp="1" userDrawn="1">
  <p:cSld name="CAPTION_ONLY">
    <p:spTree>
      <p:nvGrpSpPr>
        <p:cNvPr id="1" name=""/>
        <p:cNvGrpSpPr/>
        <p:nvPr/>
      </p:nvGrpSpPr>
      <p:grpSpPr bwMode="auto">
        <a:xfrm>
          <a:off x="0" y="0"/>
          <a:ext cx="0" cy="0"/>
          <a:chOff x="0" y="0"/>
          <a:chExt cx="0" cy="0"/>
        </a:xfrm>
      </p:grpSpPr>
      <p:sp>
        <p:nvSpPr>
          <p:cNvPr id="24728978" name="Google Shape;42;p10"/>
          <p:cNvSpPr txBox="1"/>
          <p:nvPr>
            <p:ph type="body" idx="1"/>
          </p:nvPr>
        </p:nvSpPr>
        <p:spPr bwMode="auto">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pPr>
              <a:defRPr/>
            </a:pPr>
            <a:endParaRPr/>
          </a:p>
        </p:txBody>
      </p:sp>
      <p:sp>
        <p:nvSpPr>
          <p:cNvPr id="1287051307" name="Google Shape;43;p10"/>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Big number" preserve="0" showMasterPhAnim="0" showMasterSp="1" userDrawn="1">
  <p:cSld name="BIG_NUMBER">
    <p:spTree>
      <p:nvGrpSpPr>
        <p:cNvPr id="1" name=""/>
        <p:cNvGrpSpPr/>
        <p:nvPr/>
      </p:nvGrpSpPr>
      <p:grpSpPr bwMode="auto">
        <a:xfrm>
          <a:off x="0" y="0"/>
          <a:ext cx="0" cy="0"/>
          <a:chOff x="0" y="0"/>
          <a:chExt cx="0" cy="0"/>
        </a:xfrm>
      </p:grpSpPr>
      <p:sp>
        <p:nvSpPr>
          <p:cNvPr id="1018683194" name="Google Shape;45;p11"/>
          <p:cNvSpPr txBox="1"/>
          <p:nvPr>
            <p:ph type="title" hasCustomPrompt="1"/>
          </p:nvPr>
        </p:nvSpPr>
        <p:spPr bwMode="auto">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pPr>
              <a:defRPr/>
            </a:pPr>
            <a:r>
              <a:rPr/>
              <a:t>xx%</a:t>
            </a:r>
            <a:endParaRPr/>
          </a:p>
        </p:txBody>
      </p:sp>
      <p:sp>
        <p:nvSpPr>
          <p:cNvPr id="1916691812" name="Google Shape;46;p11"/>
          <p:cNvSpPr txBox="1"/>
          <p:nvPr>
            <p:ph type="body" idx="1"/>
          </p:nvPr>
        </p:nvSpPr>
        <p:spPr bwMode="auto">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pPr>
              <a:defRPr/>
            </a:pPr>
            <a:endParaRPr/>
          </a:p>
        </p:txBody>
      </p:sp>
      <p:sp>
        <p:nvSpPr>
          <p:cNvPr id="1332147239" name="Google Shape;47;p11"/>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Blank" preserve="0" showMasterPhAnim="0" showMasterSp="1" type="blank" userDrawn="1">
  <p:cSld name="BLANK">
    <p:spTree>
      <p:nvGrpSpPr>
        <p:cNvPr id="1" name=""/>
        <p:cNvGrpSpPr/>
        <p:nvPr/>
      </p:nvGrpSpPr>
      <p:grpSpPr bwMode="auto">
        <a:xfrm>
          <a:off x="0" y="0"/>
          <a:ext cx="0" cy="0"/>
          <a:chOff x="0" y="0"/>
          <a:chExt cx="0" cy="0"/>
        </a:xfrm>
      </p:grpSpPr>
      <p:sp>
        <p:nvSpPr>
          <p:cNvPr id="1549865437" name="Google Shape;49;p12"/>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slide" preserve="0" showMasterPhAnim="0" showMasterSp="1" type="title" userDrawn="1">
  <p:cSld name="TITLE">
    <p:spTree>
      <p:nvGrpSpPr>
        <p:cNvPr id="1" name=""/>
        <p:cNvGrpSpPr/>
        <p:nvPr/>
      </p:nvGrpSpPr>
      <p:grpSpPr bwMode="auto">
        <a:xfrm>
          <a:off x="0" y="0"/>
          <a:ext cx="0" cy="0"/>
          <a:chOff x="0" y="0"/>
          <a:chExt cx="0" cy="0"/>
        </a:xfrm>
      </p:grpSpPr>
      <p:sp>
        <p:nvSpPr>
          <p:cNvPr id="147015919" name="Google Shape;55;p14"/>
          <p:cNvSpPr txBox="1"/>
          <p:nvPr>
            <p:ph type="ctrTitle"/>
          </p:nvPr>
        </p:nvSpPr>
        <p:spPr bwMode="auto">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pPr>
              <a:defRPr/>
            </a:pPr>
            <a:endParaRPr/>
          </a:p>
        </p:txBody>
      </p:sp>
      <p:sp>
        <p:nvSpPr>
          <p:cNvPr id="1165929495" name="Google Shape;56;p14"/>
          <p:cNvSpPr txBox="1"/>
          <p:nvPr>
            <p:ph type="subTitle" idx="1"/>
          </p:nvPr>
        </p:nvSpPr>
        <p:spPr bwMode="auto">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pPr>
              <a:defRPr/>
            </a:pPr>
            <a:endParaRPr/>
          </a:p>
        </p:txBody>
      </p:sp>
      <p:sp>
        <p:nvSpPr>
          <p:cNvPr id="866353239" name="Google Shape;57;p14"/>
          <p:cNvSpPr txBox="1"/>
          <p:nvPr>
            <p:ph type="sldNum" idx="12"/>
          </p:nvPr>
        </p:nvSpPr>
        <p:spPr bwMode="auto">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a:pPr marL="0" lvl="0" indent="0" algn="r" rtl="0">
              <a:spcBef>
                <a:spcPts val="0"/>
              </a:spcBef>
              <a:spcAft>
                <a:spcPts val="0"/>
              </a:spcAft>
              <a:buNone/>
              <a:defRPr/>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Section header" preserve="0" showMasterPhAnim="0" showMasterSp="1" type="secHead" userDrawn="1">
  <p:cSld name="SECTION_HEADER">
    <p:spTree>
      <p:nvGrpSpPr>
        <p:cNvPr id="1" name=""/>
        <p:cNvGrpSpPr/>
        <p:nvPr/>
      </p:nvGrpSpPr>
      <p:grpSpPr bwMode="auto">
        <a:xfrm>
          <a:off x="0" y="0"/>
          <a:ext cx="0" cy="0"/>
          <a:chOff x="0" y="0"/>
          <a:chExt cx="0" cy="0"/>
        </a:xfrm>
      </p:grpSpPr>
      <p:sp>
        <p:nvSpPr>
          <p:cNvPr id="1842616429" name="Google Shape;59;p15"/>
          <p:cNvSpPr txBox="1"/>
          <p:nvPr>
            <p:ph type="title"/>
          </p:nvPr>
        </p:nvSpPr>
        <p:spPr bwMode="auto">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pPr>
              <a:defRPr/>
            </a:pPr>
            <a:endParaRPr/>
          </a:p>
        </p:txBody>
      </p:sp>
      <p:sp>
        <p:nvSpPr>
          <p:cNvPr id="1896874759" name="Google Shape;60;p15"/>
          <p:cNvSpPr txBox="1"/>
          <p:nvPr>
            <p:ph type="sldNum" idx="12"/>
          </p:nvPr>
        </p:nvSpPr>
        <p:spPr bwMode="auto">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a:pPr marL="0" lvl="0" indent="0" algn="r" rtl="0">
              <a:spcBef>
                <a:spcPts val="0"/>
              </a:spcBef>
              <a:spcAft>
                <a:spcPts val="0"/>
              </a:spcAft>
              <a:buNone/>
              <a:defRPr/>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and body" preserve="0" showMasterPhAnim="0" showMasterSp="1" type="tx" userDrawn="1">
  <p:cSld name="TITLE_AND_BODY">
    <p:spTree>
      <p:nvGrpSpPr>
        <p:cNvPr id="1" name=""/>
        <p:cNvGrpSpPr/>
        <p:nvPr/>
      </p:nvGrpSpPr>
      <p:grpSpPr bwMode="auto">
        <a:xfrm>
          <a:off x="0" y="0"/>
          <a:ext cx="0" cy="0"/>
          <a:chOff x="0" y="0"/>
          <a:chExt cx="0" cy="0"/>
        </a:xfrm>
      </p:grpSpPr>
      <p:sp>
        <p:nvSpPr>
          <p:cNvPr id="600945559" name="Google Shape;62;p16"/>
          <p:cNvSpPr txBox="1"/>
          <p:nvPr>
            <p:ph type="title"/>
          </p:nvPr>
        </p:nvSpPr>
        <p:spPr bwMode="auto">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pPr>
              <a:defRPr/>
            </a:pPr>
            <a:endParaRPr/>
          </a:p>
        </p:txBody>
      </p:sp>
      <p:sp>
        <p:nvSpPr>
          <p:cNvPr id="83150730" name="Google Shape;63;p16"/>
          <p:cNvSpPr txBox="1"/>
          <p:nvPr>
            <p:ph type="body" idx="1"/>
          </p:nvPr>
        </p:nvSpPr>
        <p:spPr bwMode="auto">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4999"/>
              </a:lnSpc>
              <a:spcBef>
                <a:spcPts val="0"/>
              </a:spcBef>
              <a:spcAft>
                <a:spcPts val="0"/>
              </a:spcAft>
              <a:buSzPts val="1800"/>
              <a:buChar char="●"/>
              <a:defRPr/>
            </a:lvl1pPr>
            <a:lvl2pPr marL="914400" lvl="1" indent="-317500" algn="l">
              <a:lnSpc>
                <a:spcPct val="114999"/>
              </a:lnSpc>
              <a:spcBef>
                <a:spcPts val="0"/>
              </a:spcBef>
              <a:spcAft>
                <a:spcPts val="0"/>
              </a:spcAft>
              <a:buSzPts val="1400"/>
              <a:buChar char="○"/>
              <a:defRPr/>
            </a:lvl2pPr>
            <a:lvl3pPr marL="1371600" lvl="2" indent="-317500" algn="l">
              <a:lnSpc>
                <a:spcPct val="114999"/>
              </a:lnSpc>
              <a:spcBef>
                <a:spcPts val="0"/>
              </a:spcBef>
              <a:spcAft>
                <a:spcPts val="0"/>
              </a:spcAft>
              <a:buSzPts val="1400"/>
              <a:buChar char="■"/>
              <a:defRPr/>
            </a:lvl3pPr>
            <a:lvl4pPr marL="1828800" lvl="3" indent="-317500" algn="l">
              <a:lnSpc>
                <a:spcPct val="114999"/>
              </a:lnSpc>
              <a:spcBef>
                <a:spcPts val="0"/>
              </a:spcBef>
              <a:spcAft>
                <a:spcPts val="0"/>
              </a:spcAft>
              <a:buSzPts val="1400"/>
              <a:buChar char="●"/>
              <a:defRPr/>
            </a:lvl4pPr>
            <a:lvl5pPr marL="2286000" lvl="4" indent="-317500" algn="l">
              <a:lnSpc>
                <a:spcPct val="114999"/>
              </a:lnSpc>
              <a:spcBef>
                <a:spcPts val="0"/>
              </a:spcBef>
              <a:spcAft>
                <a:spcPts val="0"/>
              </a:spcAft>
              <a:buSzPts val="1400"/>
              <a:buChar char="○"/>
              <a:defRPr/>
            </a:lvl5pPr>
            <a:lvl6pPr marL="2743200" lvl="5" indent="-317500" algn="l">
              <a:lnSpc>
                <a:spcPct val="114999"/>
              </a:lnSpc>
              <a:spcBef>
                <a:spcPts val="0"/>
              </a:spcBef>
              <a:spcAft>
                <a:spcPts val="0"/>
              </a:spcAft>
              <a:buSzPts val="1400"/>
              <a:buChar char="■"/>
              <a:defRPr/>
            </a:lvl6pPr>
            <a:lvl7pPr marL="3200400" lvl="6" indent="-317500" algn="l">
              <a:lnSpc>
                <a:spcPct val="114999"/>
              </a:lnSpc>
              <a:spcBef>
                <a:spcPts val="0"/>
              </a:spcBef>
              <a:spcAft>
                <a:spcPts val="0"/>
              </a:spcAft>
              <a:buSzPts val="1400"/>
              <a:buChar char="●"/>
              <a:defRPr/>
            </a:lvl7pPr>
            <a:lvl8pPr marL="3657600" lvl="7" indent="-317500" algn="l">
              <a:lnSpc>
                <a:spcPct val="114999"/>
              </a:lnSpc>
              <a:spcBef>
                <a:spcPts val="0"/>
              </a:spcBef>
              <a:spcAft>
                <a:spcPts val="0"/>
              </a:spcAft>
              <a:buSzPts val="1400"/>
              <a:buChar char="○"/>
              <a:defRPr/>
            </a:lvl8pPr>
            <a:lvl9pPr marL="4114800" lvl="8" indent="-317500" algn="l">
              <a:lnSpc>
                <a:spcPct val="114999"/>
              </a:lnSpc>
              <a:spcBef>
                <a:spcPts val="0"/>
              </a:spcBef>
              <a:spcAft>
                <a:spcPts val="0"/>
              </a:spcAft>
              <a:buSzPts val="1400"/>
              <a:buChar char="■"/>
              <a:defRPr/>
            </a:lvl9pPr>
          </a:lstStyle>
          <a:p>
            <a:pPr>
              <a:defRPr/>
            </a:pPr>
            <a:endParaRPr/>
          </a:p>
        </p:txBody>
      </p:sp>
      <p:sp>
        <p:nvSpPr>
          <p:cNvPr id="1592766329" name="Google Shape;64;p16"/>
          <p:cNvSpPr txBox="1"/>
          <p:nvPr>
            <p:ph type="sldNum" idx="12"/>
          </p:nvPr>
        </p:nvSpPr>
        <p:spPr bwMode="auto">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a:pPr marL="0" lvl="0" indent="0" algn="r" rtl="0">
              <a:spcBef>
                <a:spcPts val="0"/>
              </a:spcBef>
              <a:spcAft>
                <a:spcPts val="0"/>
              </a:spcAft>
              <a:buNone/>
              <a:defRPr/>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and two columns" preserve="0" showMasterPhAnim="0" showMasterSp="1" type="twoColTx" userDrawn="1">
  <p:cSld name="TITLE_AND_TWO_COLUMNS">
    <p:spTree>
      <p:nvGrpSpPr>
        <p:cNvPr id="1" name=""/>
        <p:cNvGrpSpPr/>
        <p:nvPr/>
      </p:nvGrpSpPr>
      <p:grpSpPr bwMode="auto">
        <a:xfrm>
          <a:off x="0" y="0"/>
          <a:ext cx="0" cy="0"/>
          <a:chOff x="0" y="0"/>
          <a:chExt cx="0" cy="0"/>
        </a:xfrm>
      </p:grpSpPr>
      <p:sp>
        <p:nvSpPr>
          <p:cNvPr id="1977188762" name="Google Shape;66;p17"/>
          <p:cNvSpPr txBox="1"/>
          <p:nvPr>
            <p:ph type="title"/>
          </p:nvPr>
        </p:nvSpPr>
        <p:spPr bwMode="auto">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pPr>
              <a:defRPr/>
            </a:pPr>
            <a:endParaRPr/>
          </a:p>
        </p:txBody>
      </p:sp>
      <p:sp>
        <p:nvSpPr>
          <p:cNvPr id="893036226" name="Google Shape;67;p17"/>
          <p:cNvSpPr txBox="1"/>
          <p:nvPr>
            <p:ph type="body" idx="1"/>
          </p:nvPr>
        </p:nvSpPr>
        <p:spPr bwMode="auto">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4999"/>
              </a:lnSpc>
              <a:spcBef>
                <a:spcPts val="0"/>
              </a:spcBef>
              <a:spcAft>
                <a:spcPts val="0"/>
              </a:spcAft>
              <a:buSzPts val="1400"/>
              <a:buChar char="●"/>
              <a:defRPr sz="1400"/>
            </a:lvl1pPr>
            <a:lvl2pPr marL="914400" lvl="1" indent="-304800" algn="l">
              <a:lnSpc>
                <a:spcPct val="114999"/>
              </a:lnSpc>
              <a:spcBef>
                <a:spcPts val="0"/>
              </a:spcBef>
              <a:spcAft>
                <a:spcPts val="0"/>
              </a:spcAft>
              <a:buSzPts val="1200"/>
              <a:buChar char="○"/>
              <a:defRPr sz="1200"/>
            </a:lvl2pPr>
            <a:lvl3pPr marL="1371600" lvl="2" indent="-304800" algn="l">
              <a:lnSpc>
                <a:spcPct val="114999"/>
              </a:lnSpc>
              <a:spcBef>
                <a:spcPts val="0"/>
              </a:spcBef>
              <a:spcAft>
                <a:spcPts val="0"/>
              </a:spcAft>
              <a:buSzPts val="1200"/>
              <a:buChar char="■"/>
              <a:defRPr sz="1200"/>
            </a:lvl3pPr>
            <a:lvl4pPr marL="1828800" lvl="3" indent="-304800" algn="l">
              <a:lnSpc>
                <a:spcPct val="114999"/>
              </a:lnSpc>
              <a:spcBef>
                <a:spcPts val="0"/>
              </a:spcBef>
              <a:spcAft>
                <a:spcPts val="0"/>
              </a:spcAft>
              <a:buSzPts val="1200"/>
              <a:buChar char="●"/>
              <a:defRPr sz="1200"/>
            </a:lvl4pPr>
            <a:lvl5pPr marL="2286000" lvl="4" indent="-304800" algn="l">
              <a:lnSpc>
                <a:spcPct val="114999"/>
              </a:lnSpc>
              <a:spcBef>
                <a:spcPts val="0"/>
              </a:spcBef>
              <a:spcAft>
                <a:spcPts val="0"/>
              </a:spcAft>
              <a:buSzPts val="1200"/>
              <a:buChar char="○"/>
              <a:defRPr sz="1200"/>
            </a:lvl5pPr>
            <a:lvl6pPr marL="2743200" lvl="5" indent="-304800" algn="l">
              <a:lnSpc>
                <a:spcPct val="114999"/>
              </a:lnSpc>
              <a:spcBef>
                <a:spcPts val="0"/>
              </a:spcBef>
              <a:spcAft>
                <a:spcPts val="0"/>
              </a:spcAft>
              <a:buSzPts val="1200"/>
              <a:buChar char="■"/>
              <a:defRPr sz="1200"/>
            </a:lvl6pPr>
            <a:lvl7pPr marL="3200400" lvl="6" indent="-304800" algn="l">
              <a:lnSpc>
                <a:spcPct val="114999"/>
              </a:lnSpc>
              <a:spcBef>
                <a:spcPts val="0"/>
              </a:spcBef>
              <a:spcAft>
                <a:spcPts val="0"/>
              </a:spcAft>
              <a:buSzPts val="1200"/>
              <a:buChar char="●"/>
              <a:defRPr sz="1200"/>
            </a:lvl7pPr>
            <a:lvl8pPr marL="3657600" lvl="7" indent="-304800" algn="l">
              <a:lnSpc>
                <a:spcPct val="114999"/>
              </a:lnSpc>
              <a:spcBef>
                <a:spcPts val="0"/>
              </a:spcBef>
              <a:spcAft>
                <a:spcPts val="0"/>
              </a:spcAft>
              <a:buSzPts val="1200"/>
              <a:buChar char="○"/>
              <a:defRPr sz="1200"/>
            </a:lvl8pPr>
            <a:lvl9pPr marL="4114800" lvl="8" indent="-304800" algn="l">
              <a:lnSpc>
                <a:spcPct val="114999"/>
              </a:lnSpc>
              <a:spcBef>
                <a:spcPts val="0"/>
              </a:spcBef>
              <a:spcAft>
                <a:spcPts val="0"/>
              </a:spcAft>
              <a:buSzPts val="1200"/>
              <a:buChar char="■"/>
              <a:defRPr sz="1200"/>
            </a:lvl9pPr>
          </a:lstStyle>
          <a:p>
            <a:pPr>
              <a:defRPr/>
            </a:pPr>
            <a:endParaRPr/>
          </a:p>
        </p:txBody>
      </p:sp>
      <p:sp>
        <p:nvSpPr>
          <p:cNvPr id="2019061229" name="Google Shape;68;p17"/>
          <p:cNvSpPr txBox="1"/>
          <p:nvPr>
            <p:ph type="body" idx="2"/>
          </p:nvPr>
        </p:nvSpPr>
        <p:spPr bwMode="auto">
          <a:xfrm>
            <a:off x="4832399"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4999"/>
              </a:lnSpc>
              <a:spcBef>
                <a:spcPts val="0"/>
              </a:spcBef>
              <a:spcAft>
                <a:spcPts val="0"/>
              </a:spcAft>
              <a:buSzPts val="1400"/>
              <a:buChar char="●"/>
              <a:defRPr sz="1400"/>
            </a:lvl1pPr>
            <a:lvl2pPr marL="914400" lvl="1" indent="-304800" algn="l">
              <a:lnSpc>
                <a:spcPct val="114999"/>
              </a:lnSpc>
              <a:spcBef>
                <a:spcPts val="0"/>
              </a:spcBef>
              <a:spcAft>
                <a:spcPts val="0"/>
              </a:spcAft>
              <a:buSzPts val="1200"/>
              <a:buChar char="○"/>
              <a:defRPr sz="1200"/>
            </a:lvl2pPr>
            <a:lvl3pPr marL="1371600" lvl="2" indent="-304800" algn="l">
              <a:lnSpc>
                <a:spcPct val="114999"/>
              </a:lnSpc>
              <a:spcBef>
                <a:spcPts val="0"/>
              </a:spcBef>
              <a:spcAft>
                <a:spcPts val="0"/>
              </a:spcAft>
              <a:buSzPts val="1200"/>
              <a:buChar char="■"/>
              <a:defRPr sz="1200"/>
            </a:lvl3pPr>
            <a:lvl4pPr marL="1828800" lvl="3" indent="-304800" algn="l">
              <a:lnSpc>
                <a:spcPct val="114999"/>
              </a:lnSpc>
              <a:spcBef>
                <a:spcPts val="0"/>
              </a:spcBef>
              <a:spcAft>
                <a:spcPts val="0"/>
              </a:spcAft>
              <a:buSzPts val="1200"/>
              <a:buChar char="●"/>
              <a:defRPr sz="1200"/>
            </a:lvl4pPr>
            <a:lvl5pPr marL="2286000" lvl="4" indent="-304800" algn="l">
              <a:lnSpc>
                <a:spcPct val="114999"/>
              </a:lnSpc>
              <a:spcBef>
                <a:spcPts val="0"/>
              </a:spcBef>
              <a:spcAft>
                <a:spcPts val="0"/>
              </a:spcAft>
              <a:buSzPts val="1200"/>
              <a:buChar char="○"/>
              <a:defRPr sz="1200"/>
            </a:lvl5pPr>
            <a:lvl6pPr marL="2743200" lvl="5" indent="-304800" algn="l">
              <a:lnSpc>
                <a:spcPct val="114999"/>
              </a:lnSpc>
              <a:spcBef>
                <a:spcPts val="0"/>
              </a:spcBef>
              <a:spcAft>
                <a:spcPts val="0"/>
              </a:spcAft>
              <a:buSzPts val="1200"/>
              <a:buChar char="■"/>
              <a:defRPr sz="1200"/>
            </a:lvl6pPr>
            <a:lvl7pPr marL="3200400" lvl="6" indent="-304800" algn="l">
              <a:lnSpc>
                <a:spcPct val="114999"/>
              </a:lnSpc>
              <a:spcBef>
                <a:spcPts val="0"/>
              </a:spcBef>
              <a:spcAft>
                <a:spcPts val="0"/>
              </a:spcAft>
              <a:buSzPts val="1200"/>
              <a:buChar char="●"/>
              <a:defRPr sz="1200"/>
            </a:lvl7pPr>
            <a:lvl8pPr marL="3657600" lvl="7" indent="-304800" algn="l">
              <a:lnSpc>
                <a:spcPct val="114999"/>
              </a:lnSpc>
              <a:spcBef>
                <a:spcPts val="0"/>
              </a:spcBef>
              <a:spcAft>
                <a:spcPts val="0"/>
              </a:spcAft>
              <a:buSzPts val="1200"/>
              <a:buChar char="○"/>
              <a:defRPr sz="1200"/>
            </a:lvl8pPr>
            <a:lvl9pPr marL="4114800" lvl="8" indent="-304800" algn="l">
              <a:lnSpc>
                <a:spcPct val="114999"/>
              </a:lnSpc>
              <a:spcBef>
                <a:spcPts val="0"/>
              </a:spcBef>
              <a:spcAft>
                <a:spcPts val="0"/>
              </a:spcAft>
              <a:buSzPts val="1200"/>
              <a:buChar char="■"/>
              <a:defRPr sz="1200"/>
            </a:lvl9pPr>
          </a:lstStyle>
          <a:p>
            <a:pPr>
              <a:defRPr/>
            </a:pPr>
            <a:endParaRPr/>
          </a:p>
        </p:txBody>
      </p:sp>
      <p:sp>
        <p:nvSpPr>
          <p:cNvPr id="978730081" name="Google Shape;69;p17"/>
          <p:cNvSpPr txBox="1"/>
          <p:nvPr>
            <p:ph type="sldNum" idx="12"/>
          </p:nvPr>
        </p:nvSpPr>
        <p:spPr bwMode="auto">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a:pPr marL="0" lvl="0" indent="0" algn="r" rtl="0">
              <a:spcBef>
                <a:spcPts val="0"/>
              </a:spcBef>
              <a:spcAft>
                <a:spcPts val="0"/>
              </a:spcAft>
              <a:buNone/>
              <a:defRPr/>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only" preserve="0" showMasterPhAnim="0" showMasterSp="1" type="titleOnly" userDrawn="1">
  <p:cSld name="TITLE_ONLY">
    <p:spTree>
      <p:nvGrpSpPr>
        <p:cNvPr id="1" name=""/>
        <p:cNvGrpSpPr/>
        <p:nvPr/>
      </p:nvGrpSpPr>
      <p:grpSpPr bwMode="auto">
        <a:xfrm>
          <a:off x="0" y="0"/>
          <a:ext cx="0" cy="0"/>
          <a:chOff x="0" y="0"/>
          <a:chExt cx="0" cy="0"/>
        </a:xfrm>
      </p:grpSpPr>
      <p:sp>
        <p:nvSpPr>
          <p:cNvPr id="1792073345" name="Google Shape;71;p18"/>
          <p:cNvSpPr txBox="1"/>
          <p:nvPr>
            <p:ph type="title"/>
          </p:nvPr>
        </p:nvSpPr>
        <p:spPr bwMode="auto">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pPr>
              <a:defRPr/>
            </a:pPr>
            <a:endParaRPr/>
          </a:p>
        </p:txBody>
      </p:sp>
      <p:sp>
        <p:nvSpPr>
          <p:cNvPr id="1761984092" name="Google Shape;72;p18"/>
          <p:cNvSpPr txBox="1"/>
          <p:nvPr>
            <p:ph type="sldNum" idx="12"/>
          </p:nvPr>
        </p:nvSpPr>
        <p:spPr bwMode="auto">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a:pPr marL="0" lvl="0" indent="0" algn="r" rtl="0">
              <a:spcBef>
                <a:spcPts val="0"/>
              </a:spcBef>
              <a:spcAft>
                <a:spcPts val="0"/>
              </a:spcAft>
              <a:buNone/>
              <a:defRPr/>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One column text" preserve="0" showMasterPhAnim="0" showMasterSp="1" userDrawn="1">
  <p:cSld name="ONE_COLUMN_TEXT">
    <p:spTree>
      <p:nvGrpSpPr>
        <p:cNvPr id="1" name=""/>
        <p:cNvGrpSpPr/>
        <p:nvPr/>
      </p:nvGrpSpPr>
      <p:grpSpPr bwMode="auto">
        <a:xfrm>
          <a:off x="0" y="0"/>
          <a:ext cx="0" cy="0"/>
          <a:chOff x="0" y="0"/>
          <a:chExt cx="0" cy="0"/>
        </a:xfrm>
      </p:grpSpPr>
      <p:sp>
        <p:nvSpPr>
          <p:cNvPr id="1647743253" name="Google Shape;74;p19"/>
          <p:cNvSpPr txBox="1"/>
          <p:nvPr>
            <p:ph type="title"/>
          </p:nvPr>
        </p:nvSpPr>
        <p:spPr bwMode="auto">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pPr>
              <a:defRPr/>
            </a:pPr>
            <a:endParaRPr/>
          </a:p>
        </p:txBody>
      </p:sp>
      <p:sp>
        <p:nvSpPr>
          <p:cNvPr id="1847716066" name="Google Shape;75;p19"/>
          <p:cNvSpPr txBox="1"/>
          <p:nvPr>
            <p:ph type="body" idx="1"/>
          </p:nvPr>
        </p:nvSpPr>
        <p:spPr bwMode="auto">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4999"/>
              </a:lnSpc>
              <a:spcBef>
                <a:spcPts val="0"/>
              </a:spcBef>
              <a:spcAft>
                <a:spcPts val="0"/>
              </a:spcAft>
              <a:buSzPts val="1200"/>
              <a:buChar char="●"/>
              <a:defRPr sz="1200"/>
            </a:lvl1pPr>
            <a:lvl2pPr marL="914400" lvl="1" indent="-304800" algn="l">
              <a:lnSpc>
                <a:spcPct val="114999"/>
              </a:lnSpc>
              <a:spcBef>
                <a:spcPts val="0"/>
              </a:spcBef>
              <a:spcAft>
                <a:spcPts val="0"/>
              </a:spcAft>
              <a:buSzPts val="1200"/>
              <a:buChar char="○"/>
              <a:defRPr sz="1200"/>
            </a:lvl2pPr>
            <a:lvl3pPr marL="1371600" lvl="2" indent="-304800" algn="l">
              <a:lnSpc>
                <a:spcPct val="114999"/>
              </a:lnSpc>
              <a:spcBef>
                <a:spcPts val="0"/>
              </a:spcBef>
              <a:spcAft>
                <a:spcPts val="0"/>
              </a:spcAft>
              <a:buSzPts val="1200"/>
              <a:buChar char="■"/>
              <a:defRPr sz="1200"/>
            </a:lvl3pPr>
            <a:lvl4pPr marL="1828800" lvl="3" indent="-304800" algn="l">
              <a:lnSpc>
                <a:spcPct val="114999"/>
              </a:lnSpc>
              <a:spcBef>
                <a:spcPts val="0"/>
              </a:spcBef>
              <a:spcAft>
                <a:spcPts val="0"/>
              </a:spcAft>
              <a:buSzPts val="1200"/>
              <a:buChar char="●"/>
              <a:defRPr sz="1200"/>
            </a:lvl4pPr>
            <a:lvl5pPr marL="2286000" lvl="4" indent="-304800" algn="l">
              <a:lnSpc>
                <a:spcPct val="114999"/>
              </a:lnSpc>
              <a:spcBef>
                <a:spcPts val="0"/>
              </a:spcBef>
              <a:spcAft>
                <a:spcPts val="0"/>
              </a:spcAft>
              <a:buSzPts val="1200"/>
              <a:buChar char="○"/>
              <a:defRPr sz="1200"/>
            </a:lvl5pPr>
            <a:lvl6pPr marL="2743200" lvl="5" indent="-304800" algn="l">
              <a:lnSpc>
                <a:spcPct val="114999"/>
              </a:lnSpc>
              <a:spcBef>
                <a:spcPts val="0"/>
              </a:spcBef>
              <a:spcAft>
                <a:spcPts val="0"/>
              </a:spcAft>
              <a:buSzPts val="1200"/>
              <a:buChar char="■"/>
              <a:defRPr sz="1200"/>
            </a:lvl6pPr>
            <a:lvl7pPr marL="3200400" lvl="6" indent="-304800" algn="l">
              <a:lnSpc>
                <a:spcPct val="114999"/>
              </a:lnSpc>
              <a:spcBef>
                <a:spcPts val="0"/>
              </a:spcBef>
              <a:spcAft>
                <a:spcPts val="0"/>
              </a:spcAft>
              <a:buSzPts val="1200"/>
              <a:buChar char="●"/>
              <a:defRPr sz="1200"/>
            </a:lvl7pPr>
            <a:lvl8pPr marL="3657600" lvl="7" indent="-304800" algn="l">
              <a:lnSpc>
                <a:spcPct val="114999"/>
              </a:lnSpc>
              <a:spcBef>
                <a:spcPts val="0"/>
              </a:spcBef>
              <a:spcAft>
                <a:spcPts val="0"/>
              </a:spcAft>
              <a:buSzPts val="1200"/>
              <a:buChar char="○"/>
              <a:defRPr sz="1200"/>
            </a:lvl8pPr>
            <a:lvl9pPr marL="4114800" lvl="8" indent="-304800" algn="l">
              <a:lnSpc>
                <a:spcPct val="114999"/>
              </a:lnSpc>
              <a:spcBef>
                <a:spcPts val="0"/>
              </a:spcBef>
              <a:spcAft>
                <a:spcPts val="0"/>
              </a:spcAft>
              <a:buSzPts val="1200"/>
              <a:buChar char="■"/>
              <a:defRPr sz="1200"/>
            </a:lvl9pPr>
          </a:lstStyle>
          <a:p>
            <a:pPr>
              <a:defRPr/>
            </a:pPr>
            <a:endParaRPr/>
          </a:p>
        </p:txBody>
      </p:sp>
      <p:sp>
        <p:nvSpPr>
          <p:cNvPr id="1289349287" name="Google Shape;76;p19"/>
          <p:cNvSpPr txBox="1"/>
          <p:nvPr>
            <p:ph type="sldNum" idx="12"/>
          </p:nvPr>
        </p:nvSpPr>
        <p:spPr bwMode="auto">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a:pPr marL="0" lvl="0" indent="0" algn="r" rtl="0">
              <a:spcBef>
                <a:spcPts val="0"/>
              </a:spcBef>
              <a:spcAft>
                <a:spcPts val="0"/>
              </a:spcAft>
              <a:buNone/>
              <a:defRPr/>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Main point" preserve="0" showMasterPhAnim="0" showMasterSp="1" userDrawn="1">
  <p:cSld name="MAIN_POINT">
    <p:spTree>
      <p:nvGrpSpPr>
        <p:cNvPr id="1" name=""/>
        <p:cNvGrpSpPr/>
        <p:nvPr/>
      </p:nvGrpSpPr>
      <p:grpSpPr bwMode="auto">
        <a:xfrm>
          <a:off x="0" y="0"/>
          <a:ext cx="0" cy="0"/>
          <a:chOff x="0" y="0"/>
          <a:chExt cx="0" cy="0"/>
        </a:xfrm>
      </p:grpSpPr>
      <p:sp>
        <p:nvSpPr>
          <p:cNvPr id="1894978672" name="Google Shape;78;p20"/>
          <p:cNvSpPr txBox="1"/>
          <p:nvPr>
            <p:ph type="title"/>
          </p:nvPr>
        </p:nvSpPr>
        <p:spPr bwMode="auto">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pPr>
              <a:defRPr/>
            </a:pPr>
            <a:endParaRPr/>
          </a:p>
        </p:txBody>
      </p:sp>
      <p:sp>
        <p:nvSpPr>
          <p:cNvPr id="1517052324" name="Google Shape;79;p20"/>
          <p:cNvSpPr txBox="1"/>
          <p:nvPr>
            <p:ph type="sldNum" idx="12"/>
          </p:nvPr>
        </p:nvSpPr>
        <p:spPr bwMode="auto">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a:pPr marL="0" lvl="0" indent="0" algn="r" rtl="0">
              <a:spcBef>
                <a:spcPts val="0"/>
              </a:spcBef>
              <a:spcAft>
                <a:spcPts val="0"/>
              </a:spcAft>
              <a:buNone/>
              <a:defRPr/>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Section title and description" preserve="0" showMasterPhAnim="0" showMasterSp="1" userDrawn="1">
  <p:cSld name="SECTION_TITLE_AND_DESCRIPTION">
    <p:spTree>
      <p:nvGrpSpPr>
        <p:cNvPr id="1" name=""/>
        <p:cNvGrpSpPr/>
        <p:nvPr/>
      </p:nvGrpSpPr>
      <p:grpSpPr bwMode="auto">
        <a:xfrm>
          <a:off x="0" y="0"/>
          <a:ext cx="0" cy="0"/>
          <a:chOff x="0" y="0"/>
          <a:chExt cx="0" cy="0"/>
        </a:xfrm>
      </p:grpSpPr>
      <p:sp>
        <p:nvSpPr>
          <p:cNvPr id="764196731" name="Google Shape;81;p21"/>
          <p:cNvSpPr/>
          <p:nvPr/>
        </p:nvSpPr>
        <p:spPr bwMode="auto">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1442348731" name="Google Shape;82;p21"/>
          <p:cNvSpPr txBox="1"/>
          <p:nvPr>
            <p:ph type="title"/>
          </p:nvPr>
        </p:nvSpPr>
        <p:spPr bwMode="auto">
          <a:xfrm>
            <a:off x="265500" y="1233175"/>
            <a:ext cx="4045199"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pPr>
              <a:defRPr/>
            </a:pPr>
            <a:endParaRPr/>
          </a:p>
        </p:txBody>
      </p:sp>
      <p:sp>
        <p:nvSpPr>
          <p:cNvPr id="968092760" name="Google Shape;83;p21"/>
          <p:cNvSpPr txBox="1"/>
          <p:nvPr>
            <p:ph type="subTitle" idx="1"/>
          </p:nvPr>
        </p:nvSpPr>
        <p:spPr bwMode="auto">
          <a:xfrm>
            <a:off x="265500" y="2803075"/>
            <a:ext cx="4045199" cy="1235099"/>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pPr>
              <a:defRPr/>
            </a:pPr>
            <a:endParaRPr/>
          </a:p>
        </p:txBody>
      </p:sp>
      <p:sp>
        <p:nvSpPr>
          <p:cNvPr id="1600246245" name="Google Shape;84;p21"/>
          <p:cNvSpPr txBox="1"/>
          <p:nvPr>
            <p:ph type="body" idx="2"/>
          </p:nvPr>
        </p:nvSpPr>
        <p:spPr bwMode="auto">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4999"/>
              </a:lnSpc>
              <a:spcBef>
                <a:spcPts val="0"/>
              </a:spcBef>
              <a:spcAft>
                <a:spcPts val="0"/>
              </a:spcAft>
              <a:buSzPts val="1800"/>
              <a:buChar char="●"/>
              <a:defRPr/>
            </a:lvl1pPr>
            <a:lvl2pPr marL="914400" lvl="1" indent="-317500" algn="l">
              <a:lnSpc>
                <a:spcPct val="114999"/>
              </a:lnSpc>
              <a:spcBef>
                <a:spcPts val="0"/>
              </a:spcBef>
              <a:spcAft>
                <a:spcPts val="0"/>
              </a:spcAft>
              <a:buSzPts val="1400"/>
              <a:buChar char="○"/>
              <a:defRPr/>
            </a:lvl2pPr>
            <a:lvl3pPr marL="1371600" lvl="2" indent="-317500" algn="l">
              <a:lnSpc>
                <a:spcPct val="114999"/>
              </a:lnSpc>
              <a:spcBef>
                <a:spcPts val="0"/>
              </a:spcBef>
              <a:spcAft>
                <a:spcPts val="0"/>
              </a:spcAft>
              <a:buSzPts val="1400"/>
              <a:buChar char="■"/>
              <a:defRPr/>
            </a:lvl3pPr>
            <a:lvl4pPr marL="1828800" lvl="3" indent="-317500" algn="l">
              <a:lnSpc>
                <a:spcPct val="114999"/>
              </a:lnSpc>
              <a:spcBef>
                <a:spcPts val="0"/>
              </a:spcBef>
              <a:spcAft>
                <a:spcPts val="0"/>
              </a:spcAft>
              <a:buSzPts val="1400"/>
              <a:buChar char="●"/>
              <a:defRPr/>
            </a:lvl4pPr>
            <a:lvl5pPr marL="2286000" lvl="4" indent="-317500" algn="l">
              <a:lnSpc>
                <a:spcPct val="114999"/>
              </a:lnSpc>
              <a:spcBef>
                <a:spcPts val="0"/>
              </a:spcBef>
              <a:spcAft>
                <a:spcPts val="0"/>
              </a:spcAft>
              <a:buSzPts val="1400"/>
              <a:buChar char="○"/>
              <a:defRPr/>
            </a:lvl5pPr>
            <a:lvl6pPr marL="2743200" lvl="5" indent="-317500" algn="l">
              <a:lnSpc>
                <a:spcPct val="114999"/>
              </a:lnSpc>
              <a:spcBef>
                <a:spcPts val="0"/>
              </a:spcBef>
              <a:spcAft>
                <a:spcPts val="0"/>
              </a:spcAft>
              <a:buSzPts val="1400"/>
              <a:buChar char="■"/>
              <a:defRPr/>
            </a:lvl6pPr>
            <a:lvl7pPr marL="3200400" lvl="6" indent="-317500" algn="l">
              <a:lnSpc>
                <a:spcPct val="114999"/>
              </a:lnSpc>
              <a:spcBef>
                <a:spcPts val="0"/>
              </a:spcBef>
              <a:spcAft>
                <a:spcPts val="0"/>
              </a:spcAft>
              <a:buSzPts val="1400"/>
              <a:buChar char="●"/>
              <a:defRPr/>
            </a:lvl7pPr>
            <a:lvl8pPr marL="3657600" lvl="7" indent="-317500" algn="l">
              <a:lnSpc>
                <a:spcPct val="114999"/>
              </a:lnSpc>
              <a:spcBef>
                <a:spcPts val="0"/>
              </a:spcBef>
              <a:spcAft>
                <a:spcPts val="0"/>
              </a:spcAft>
              <a:buSzPts val="1400"/>
              <a:buChar char="○"/>
              <a:defRPr/>
            </a:lvl8pPr>
            <a:lvl9pPr marL="4114800" lvl="8" indent="-317500" algn="l">
              <a:lnSpc>
                <a:spcPct val="114999"/>
              </a:lnSpc>
              <a:spcBef>
                <a:spcPts val="0"/>
              </a:spcBef>
              <a:spcAft>
                <a:spcPts val="0"/>
              </a:spcAft>
              <a:buSzPts val="1400"/>
              <a:buChar char="■"/>
              <a:defRPr/>
            </a:lvl9pPr>
          </a:lstStyle>
          <a:p>
            <a:pPr>
              <a:defRPr/>
            </a:pPr>
            <a:endParaRPr/>
          </a:p>
        </p:txBody>
      </p:sp>
      <p:sp>
        <p:nvSpPr>
          <p:cNvPr id="1660137835" name="Google Shape;85;p21"/>
          <p:cNvSpPr txBox="1"/>
          <p:nvPr>
            <p:ph type="sldNum" idx="12"/>
          </p:nvPr>
        </p:nvSpPr>
        <p:spPr bwMode="auto">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a:pPr marL="0" lvl="0" indent="0" algn="r" rtl="0">
              <a:spcBef>
                <a:spcPts val="0"/>
              </a:spcBef>
              <a:spcAft>
                <a:spcPts val="0"/>
              </a:spcAft>
              <a:buNone/>
              <a:defRPr/>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Caption" preserve="0" showMasterPhAnim="0" showMasterSp="1" userDrawn="1">
  <p:cSld name="CAPTION_ONLY">
    <p:spTree>
      <p:nvGrpSpPr>
        <p:cNvPr id="1" name=""/>
        <p:cNvGrpSpPr/>
        <p:nvPr/>
      </p:nvGrpSpPr>
      <p:grpSpPr bwMode="auto">
        <a:xfrm>
          <a:off x="0" y="0"/>
          <a:ext cx="0" cy="0"/>
          <a:chOff x="0" y="0"/>
          <a:chExt cx="0" cy="0"/>
        </a:xfrm>
      </p:grpSpPr>
      <p:sp>
        <p:nvSpPr>
          <p:cNvPr id="732789356" name="Google Shape;87;p22"/>
          <p:cNvSpPr txBox="1"/>
          <p:nvPr>
            <p:ph type="body" idx="1"/>
          </p:nvPr>
        </p:nvSpPr>
        <p:spPr bwMode="auto">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pPr>
              <a:defRPr/>
            </a:pPr>
            <a:endParaRPr/>
          </a:p>
        </p:txBody>
      </p:sp>
      <p:sp>
        <p:nvSpPr>
          <p:cNvPr id="1058219869" name="Google Shape;88;p22"/>
          <p:cNvSpPr txBox="1"/>
          <p:nvPr>
            <p:ph type="sldNum" idx="12"/>
          </p:nvPr>
        </p:nvSpPr>
        <p:spPr bwMode="auto">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a:pPr marL="0" lvl="0" indent="0" algn="r" rtl="0">
              <a:spcBef>
                <a:spcPts val="0"/>
              </a:spcBef>
              <a:spcAft>
                <a:spcPts val="0"/>
              </a:spcAft>
              <a:buNone/>
              <a:defRPr/>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Big number" preserve="0" showMasterPhAnim="0" showMasterSp="1" userDrawn="1">
  <p:cSld name="BIG_NUMBER">
    <p:spTree>
      <p:nvGrpSpPr>
        <p:cNvPr id="1" name=""/>
        <p:cNvGrpSpPr/>
        <p:nvPr/>
      </p:nvGrpSpPr>
      <p:grpSpPr bwMode="auto">
        <a:xfrm>
          <a:off x="0" y="0"/>
          <a:ext cx="0" cy="0"/>
          <a:chOff x="0" y="0"/>
          <a:chExt cx="0" cy="0"/>
        </a:xfrm>
      </p:grpSpPr>
      <p:sp>
        <p:nvSpPr>
          <p:cNvPr id="1400965998" name="Google Shape;90;p23"/>
          <p:cNvSpPr txBox="1"/>
          <p:nvPr>
            <p:ph type="title" hasCustomPrompt="1"/>
          </p:nvPr>
        </p:nvSpPr>
        <p:spPr bwMode="auto">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pPr>
              <a:defRPr/>
            </a:pPr>
            <a:r>
              <a:rPr/>
              <a:t>xx%</a:t>
            </a:r>
            <a:endParaRPr/>
          </a:p>
        </p:txBody>
      </p:sp>
      <p:sp>
        <p:nvSpPr>
          <p:cNvPr id="461945911" name="Google Shape;91;p23"/>
          <p:cNvSpPr txBox="1"/>
          <p:nvPr>
            <p:ph type="body" idx="1"/>
          </p:nvPr>
        </p:nvSpPr>
        <p:spPr bwMode="auto">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4999"/>
              </a:lnSpc>
              <a:spcBef>
                <a:spcPts val="0"/>
              </a:spcBef>
              <a:spcAft>
                <a:spcPts val="0"/>
              </a:spcAft>
              <a:buSzPts val="1800"/>
              <a:buChar char="●"/>
              <a:defRPr/>
            </a:lvl1pPr>
            <a:lvl2pPr marL="914400" lvl="1" indent="-317500" algn="ctr">
              <a:lnSpc>
                <a:spcPct val="114999"/>
              </a:lnSpc>
              <a:spcBef>
                <a:spcPts val="0"/>
              </a:spcBef>
              <a:spcAft>
                <a:spcPts val="0"/>
              </a:spcAft>
              <a:buSzPts val="1400"/>
              <a:buChar char="○"/>
              <a:defRPr/>
            </a:lvl2pPr>
            <a:lvl3pPr marL="1371600" lvl="2" indent="-317500" algn="ctr">
              <a:lnSpc>
                <a:spcPct val="114999"/>
              </a:lnSpc>
              <a:spcBef>
                <a:spcPts val="0"/>
              </a:spcBef>
              <a:spcAft>
                <a:spcPts val="0"/>
              </a:spcAft>
              <a:buSzPts val="1400"/>
              <a:buChar char="■"/>
              <a:defRPr/>
            </a:lvl3pPr>
            <a:lvl4pPr marL="1828800" lvl="3" indent="-317500" algn="ctr">
              <a:lnSpc>
                <a:spcPct val="114999"/>
              </a:lnSpc>
              <a:spcBef>
                <a:spcPts val="0"/>
              </a:spcBef>
              <a:spcAft>
                <a:spcPts val="0"/>
              </a:spcAft>
              <a:buSzPts val="1400"/>
              <a:buChar char="●"/>
              <a:defRPr/>
            </a:lvl4pPr>
            <a:lvl5pPr marL="2286000" lvl="4" indent="-317500" algn="ctr">
              <a:lnSpc>
                <a:spcPct val="114999"/>
              </a:lnSpc>
              <a:spcBef>
                <a:spcPts val="0"/>
              </a:spcBef>
              <a:spcAft>
                <a:spcPts val="0"/>
              </a:spcAft>
              <a:buSzPts val="1400"/>
              <a:buChar char="○"/>
              <a:defRPr/>
            </a:lvl5pPr>
            <a:lvl6pPr marL="2743200" lvl="5" indent="-317500" algn="ctr">
              <a:lnSpc>
                <a:spcPct val="114999"/>
              </a:lnSpc>
              <a:spcBef>
                <a:spcPts val="0"/>
              </a:spcBef>
              <a:spcAft>
                <a:spcPts val="0"/>
              </a:spcAft>
              <a:buSzPts val="1400"/>
              <a:buChar char="■"/>
              <a:defRPr/>
            </a:lvl6pPr>
            <a:lvl7pPr marL="3200400" lvl="6" indent="-317500" algn="ctr">
              <a:lnSpc>
                <a:spcPct val="114999"/>
              </a:lnSpc>
              <a:spcBef>
                <a:spcPts val="0"/>
              </a:spcBef>
              <a:spcAft>
                <a:spcPts val="0"/>
              </a:spcAft>
              <a:buSzPts val="1400"/>
              <a:buChar char="●"/>
              <a:defRPr/>
            </a:lvl7pPr>
            <a:lvl8pPr marL="3657600" lvl="7" indent="-317500" algn="ctr">
              <a:lnSpc>
                <a:spcPct val="114999"/>
              </a:lnSpc>
              <a:spcBef>
                <a:spcPts val="0"/>
              </a:spcBef>
              <a:spcAft>
                <a:spcPts val="0"/>
              </a:spcAft>
              <a:buSzPts val="1400"/>
              <a:buChar char="○"/>
              <a:defRPr/>
            </a:lvl8pPr>
            <a:lvl9pPr marL="4114800" lvl="8" indent="-317500" algn="ctr">
              <a:lnSpc>
                <a:spcPct val="114999"/>
              </a:lnSpc>
              <a:spcBef>
                <a:spcPts val="0"/>
              </a:spcBef>
              <a:spcAft>
                <a:spcPts val="0"/>
              </a:spcAft>
              <a:buSzPts val="1400"/>
              <a:buChar char="■"/>
              <a:defRPr/>
            </a:lvl9pPr>
          </a:lstStyle>
          <a:p>
            <a:pPr>
              <a:defRPr/>
            </a:pPr>
            <a:endParaRPr/>
          </a:p>
        </p:txBody>
      </p:sp>
      <p:sp>
        <p:nvSpPr>
          <p:cNvPr id="1003982517" name="Google Shape;92;p23"/>
          <p:cNvSpPr txBox="1"/>
          <p:nvPr>
            <p:ph type="sldNum" idx="12"/>
          </p:nvPr>
        </p:nvSpPr>
        <p:spPr bwMode="auto">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a:pPr marL="0" lvl="0" indent="0" algn="r" rtl="0">
              <a:spcBef>
                <a:spcPts val="0"/>
              </a:spcBef>
              <a:spcAft>
                <a:spcPts val="0"/>
              </a:spcAft>
              <a:buNone/>
              <a:defRPr/>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Blank" preserve="0" showMasterPhAnim="0" showMasterSp="1" type="blank" userDrawn="1">
  <p:cSld name="BLANK">
    <p:spTree>
      <p:nvGrpSpPr>
        <p:cNvPr id="1" name=""/>
        <p:cNvGrpSpPr/>
        <p:nvPr/>
      </p:nvGrpSpPr>
      <p:grpSpPr bwMode="auto">
        <a:xfrm>
          <a:off x="0" y="0"/>
          <a:ext cx="0" cy="0"/>
          <a:chOff x="0" y="0"/>
          <a:chExt cx="0" cy="0"/>
        </a:xfrm>
      </p:grpSpPr>
      <p:sp>
        <p:nvSpPr>
          <p:cNvPr id="917001214" name="Google Shape;94;p24"/>
          <p:cNvSpPr txBox="1"/>
          <p:nvPr>
            <p:ph type="sldNum" idx="12"/>
          </p:nvPr>
        </p:nvSpPr>
        <p:spPr bwMode="auto">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a:pPr marL="0" lvl="0" indent="0" algn="r" rtl="0">
              <a:spcBef>
                <a:spcPts val="0"/>
              </a:spcBef>
              <a:spcAft>
                <a:spcPts val="0"/>
              </a:spcAft>
              <a:buNone/>
              <a:defRPr/>
            </a:pPr>
            <a:fld id="{00000000-1234-1234-1234-123412341234}" type="slidenum">
              <a:rPr lang="en-GB"/>
              <a:t>‹#›</a:t>
            </a:fld>
            <a:endParaRP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simple-light-2">
    <p:bg>
      <p:bgPr shadeToTitle="0">
        <a:solidFill>
          <a:schemeClr val="lt1"/>
        </a:solidFill>
      </p:bgPr>
    </p:bg>
    <p:spTree>
      <p:nvGrpSpPr>
        <p:cNvPr id="1" name=""/>
        <p:cNvGrpSpPr/>
        <p:nvPr/>
      </p:nvGrpSpPr>
      <p:grpSpPr bwMode="auto">
        <a:xfrm>
          <a:off x="0" y="0"/>
          <a:ext cx="0" cy="0"/>
          <a:chOff x="0" y="0"/>
          <a:chExt cx="0" cy="0"/>
        </a:xfrm>
      </p:grpSpPr>
      <p:sp>
        <p:nvSpPr>
          <p:cNvPr id="2000838525" name="Google Shape;6;p1"/>
          <p:cNvSpPr txBox="1"/>
          <p:nvPr>
            <p:ph type="title"/>
          </p:nvPr>
        </p:nvSpPr>
        <p:spPr bwMode="auto">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pPr>
              <a:defRPr/>
            </a:pPr>
            <a:endParaRPr/>
          </a:p>
        </p:txBody>
      </p:sp>
      <p:sp>
        <p:nvSpPr>
          <p:cNvPr id="735848276" name="Google Shape;7;p1"/>
          <p:cNvSpPr txBox="1"/>
          <p:nvPr>
            <p:ph type="body" idx="1"/>
          </p:nvPr>
        </p:nvSpPr>
        <p:spPr bwMode="auto">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4999"/>
              </a:lnSpc>
              <a:spcBef>
                <a:spcPts val="0"/>
              </a:spcBef>
              <a:spcAft>
                <a:spcPts val="0"/>
              </a:spcAft>
              <a:buClr>
                <a:schemeClr val="dk2"/>
              </a:buClr>
              <a:buSzPts val="1800"/>
              <a:buChar char="●"/>
              <a:defRPr sz="1800">
                <a:solidFill>
                  <a:schemeClr val="dk2"/>
                </a:solidFill>
              </a:defRPr>
            </a:lvl1pPr>
            <a:lvl2pPr marL="914400" lvl="1" indent="-317500">
              <a:lnSpc>
                <a:spcPct val="114999"/>
              </a:lnSpc>
              <a:spcBef>
                <a:spcPts val="0"/>
              </a:spcBef>
              <a:spcAft>
                <a:spcPts val="0"/>
              </a:spcAft>
              <a:buClr>
                <a:schemeClr val="dk2"/>
              </a:buClr>
              <a:buSzPts val="1400"/>
              <a:buChar char="○"/>
              <a:defRPr>
                <a:solidFill>
                  <a:schemeClr val="dk2"/>
                </a:solidFill>
              </a:defRPr>
            </a:lvl2pPr>
            <a:lvl3pPr marL="1371600" lvl="2" indent="-317500">
              <a:lnSpc>
                <a:spcPct val="114999"/>
              </a:lnSpc>
              <a:spcBef>
                <a:spcPts val="0"/>
              </a:spcBef>
              <a:spcAft>
                <a:spcPts val="0"/>
              </a:spcAft>
              <a:buClr>
                <a:schemeClr val="dk2"/>
              </a:buClr>
              <a:buSzPts val="1400"/>
              <a:buChar char="■"/>
              <a:defRPr>
                <a:solidFill>
                  <a:schemeClr val="dk2"/>
                </a:solidFill>
              </a:defRPr>
            </a:lvl3pPr>
            <a:lvl4pPr marL="1828800" lvl="3" indent="-317500">
              <a:lnSpc>
                <a:spcPct val="114999"/>
              </a:lnSpc>
              <a:spcBef>
                <a:spcPts val="0"/>
              </a:spcBef>
              <a:spcAft>
                <a:spcPts val="0"/>
              </a:spcAft>
              <a:buClr>
                <a:schemeClr val="dk2"/>
              </a:buClr>
              <a:buSzPts val="1400"/>
              <a:buChar char="●"/>
              <a:defRPr>
                <a:solidFill>
                  <a:schemeClr val="dk2"/>
                </a:solidFill>
              </a:defRPr>
            </a:lvl4pPr>
            <a:lvl5pPr marL="2286000" lvl="4" indent="-317500">
              <a:lnSpc>
                <a:spcPct val="114999"/>
              </a:lnSpc>
              <a:spcBef>
                <a:spcPts val="0"/>
              </a:spcBef>
              <a:spcAft>
                <a:spcPts val="0"/>
              </a:spcAft>
              <a:buClr>
                <a:schemeClr val="dk2"/>
              </a:buClr>
              <a:buSzPts val="1400"/>
              <a:buChar char="○"/>
              <a:defRPr>
                <a:solidFill>
                  <a:schemeClr val="dk2"/>
                </a:solidFill>
              </a:defRPr>
            </a:lvl5pPr>
            <a:lvl6pPr marL="2743200" lvl="5" indent="-317500">
              <a:lnSpc>
                <a:spcPct val="114999"/>
              </a:lnSpc>
              <a:spcBef>
                <a:spcPts val="0"/>
              </a:spcBef>
              <a:spcAft>
                <a:spcPts val="0"/>
              </a:spcAft>
              <a:buClr>
                <a:schemeClr val="dk2"/>
              </a:buClr>
              <a:buSzPts val="1400"/>
              <a:buChar char="■"/>
              <a:defRPr>
                <a:solidFill>
                  <a:schemeClr val="dk2"/>
                </a:solidFill>
              </a:defRPr>
            </a:lvl6pPr>
            <a:lvl7pPr marL="3200400" lvl="6" indent="-317500">
              <a:lnSpc>
                <a:spcPct val="114999"/>
              </a:lnSpc>
              <a:spcBef>
                <a:spcPts val="0"/>
              </a:spcBef>
              <a:spcAft>
                <a:spcPts val="0"/>
              </a:spcAft>
              <a:buClr>
                <a:schemeClr val="dk2"/>
              </a:buClr>
              <a:buSzPts val="1400"/>
              <a:buChar char="●"/>
              <a:defRPr>
                <a:solidFill>
                  <a:schemeClr val="dk2"/>
                </a:solidFill>
              </a:defRPr>
            </a:lvl7pPr>
            <a:lvl8pPr marL="3657600" lvl="7" indent="-317500">
              <a:lnSpc>
                <a:spcPct val="114999"/>
              </a:lnSpc>
              <a:spcBef>
                <a:spcPts val="0"/>
              </a:spcBef>
              <a:spcAft>
                <a:spcPts val="0"/>
              </a:spcAft>
              <a:buClr>
                <a:schemeClr val="dk2"/>
              </a:buClr>
              <a:buSzPts val="1400"/>
              <a:buChar char="○"/>
              <a:defRPr>
                <a:solidFill>
                  <a:schemeClr val="dk2"/>
                </a:solidFill>
              </a:defRPr>
            </a:lvl8pPr>
            <a:lvl9pPr marL="4114800" lvl="8" indent="-317500">
              <a:lnSpc>
                <a:spcPct val="114999"/>
              </a:lnSpc>
              <a:spcBef>
                <a:spcPts val="0"/>
              </a:spcBef>
              <a:spcAft>
                <a:spcPts val="0"/>
              </a:spcAft>
              <a:buClr>
                <a:schemeClr val="dk2"/>
              </a:buClr>
              <a:buSzPts val="1400"/>
              <a:buChar char="■"/>
              <a:defRPr>
                <a:solidFill>
                  <a:schemeClr val="dk2"/>
                </a:solidFill>
              </a:defRPr>
            </a:lvl9pPr>
          </a:lstStyle>
          <a:p>
            <a:pPr>
              <a:defRPr/>
            </a:pPr>
            <a:endParaRPr/>
          </a:p>
        </p:txBody>
      </p:sp>
      <p:sp>
        <p:nvSpPr>
          <p:cNvPr id="739950370" name="Google Shape;8;p1"/>
          <p:cNvSpPr txBox="1"/>
          <p:nvPr>
            <p:ph type="sldNum" idx="12"/>
          </p:nvPr>
        </p:nvSpPr>
        <p:spPr bwMode="auto">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defRPr/>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simple-light-2">
    <p:bg>
      <p:bgPr shadeToTitle="0">
        <a:solidFill>
          <a:schemeClr val="lt1"/>
        </a:solidFill>
      </p:bgPr>
    </p:bg>
    <p:spTree>
      <p:nvGrpSpPr>
        <p:cNvPr id="1" name=""/>
        <p:cNvGrpSpPr/>
        <p:nvPr/>
      </p:nvGrpSpPr>
      <p:grpSpPr bwMode="auto">
        <a:xfrm>
          <a:off x="0" y="0"/>
          <a:ext cx="0" cy="0"/>
          <a:chOff x="0" y="0"/>
          <a:chExt cx="0" cy="0"/>
        </a:xfrm>
      </p:grpSpPr>
      <p:sp>
        <p:nvSpPr>
          <p:cNvPr id="1324166129" name="Google Shape;51;p13"/>
          <p:cNvSpPr txBox="1"/>
          <p:nvPr>
            <p:ph type="title"/>
          </p:nvPr>
        </p:nvSpPr>
        <p:spPr bwMode="auto">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defRPr>
            </a:lvl9pPr>
          </a:lstStyle>
          <a:p>
            <a:pPr>
              <a:defRPr/>
            </a:pPr>
            <a:endParaRPr/>
          </a:p>
        </p:txBody>
      </p:sp>
      <p:sp>
        <p:nvSpPr>
          <p:cNvPr id="980235557" name="Google Shape;52;p13"/>
          <p:cNvSpPr txBox="1"/>
          <p:nvPr>
            <p:ph type="body" idx="1"/>
          </p:nvPr>
        </p:nvSpPr>
        <p:spPr bwMode="auto">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4999"/>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defRPr>
            </a:lvl1pPr>
            <a:lvl2pPr marL="914400" marR="0" lvl="1" indent="-317500" algn="l" rtl="0">
              <a:lnSpc>
                <a:spcPct val="114999"/>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defRPr>
            </a:lvl2pPr>
            <a:lvl3pPr marL="1371600" marR="0" lvl="2" indent="-317500" algn="l" rtl="0">
              <a:lnSpc>
                <a:spcPct val="114999"/>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defRPr>
            </a:lvl3pPr>
            <a:lvl4pPr marL="1828800" marR="0" lvl="3" indent="-317500" algn="l" rtl="0">
              <a:lnSpc>
                <a:spcPct val="114999"/>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defRPr>
            </a:lvl4pPr>
            <a:lvl5pPr marL="2286000" marR="0" lvl="4" indent="-317500" algn="l" rtl="0">
              <a:lnSpc>
                <a:spcPct val="114999"/>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defRPr>
            </a:lvl5pPr>
            <a:lvl6pPr marL="2743200" marR="0" lvl="5" indent="-317500" algn="l" rtl="0">
              <a:lnSpc>
                <a:spcPct val="114999"/>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defRPr>
            </a:lvl6pPr>
            <a:lvl7pPr marL="3200400" marR="0" lvl="6" indent="-317500" algn="l" rtl="0">
              <a:lnSpc>
                <a:spcPct val="114999"/>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defRPr>
            </a:lvl7pPr>
            <a:lvl8pPr marL="3657600" marR="0" lvl="7" indent="-317500" algn="l" rtl="0">
              <a:lnSpc>
                <a:spcPct val="114999"/>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defRPr>
            </a:lvl8pPr>
            <a:lvl9pPr marL="4114800" marR="0" lvl="8" indent="-317500" algn="l" rtl="0">
              <a:lnSpc>
                <a:spcPct val="114999"/>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defRPr>
            </a:lvl9pPr>
          </a:lstStyle>
          <a:p>
            <a:pPr>
              <a:defRPr/>
            </a:pPr>
            <a:endParaRPr/>
          </a:p>
        </p:txBody>
      </p:sp>
      <p:sp>
        <p:nvSpPr>
          <p:cNvPr id="1484772586" name="Google Shape;53;p13"/>
          <p:cNvSpPr txBox="1"/>
          <p:nvPr>
            <p:ph type="sldNum" idx="12"/>
          </p:nvPr>
        </p:nvSpPr>
        <p:spPr bwMode="auto">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a:pPr marL="0" lvl="0" indent="0" algn="r" rtl="0">
              <a:spcBef>
                <a:spcPts val="0"/>
              </a:spcBef>
              <a:spcAft>
                <a:spcPts val="0"/>
              </a:spcAft>
              <a:buNone/>
              <a:defRPr/>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5.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hyperlink" Target="https://github.com/nawangdorjay/google-ai-solution-challenge--smart-resource-allocation" TargetMode="External"/><Relationship Id="rId4" Type="http://schemas.openxmlformats.org/officeDocument/2006/relationships/image" Target="../media/image1.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89396168" name="Google Shape;99;p25"/>
          <p:cNvSpPr txBox="1"/>
          <p:nvPr/>
        </p:nvSpPr>
        <p:spPr bwMode="auto">
          <a:xfrm>
            <a:off x="436625" y="881025"/>
            <a:ext cx="8943000" cy="561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4000"/>
              <a:buFont typeface="Arial"/>
              <a:buNone/>
              <a:defRPr/>
            </a:pPr>
            <a:r>
              <a:rPr lang="en-GB" sz="4000" b="1" i="0" u="none" strike="noStrike" cap="none">
                <a:solidFill>
                  <a:schemeClr val="accent1"/>
                </a:solidFill>
                <a:latin typeface="Google Sans"/>
                <a:ea typeface="Google Sans"/>
                <a:cs typeface="Google Sans"/>
              </a:rPr>
              <a:t>Guidelines</a:t>
            </a:r>
            <a:endParaRPr sz="4000" b="1" i="0" u="none" strike="noStrike" cap="none">
              <a:solidFill>
                <a:schemeClr val="accent1"/>
              </a:solidFill>
              <a:latin typeface="Google Sans"/>
              <a:ea typeface="Google Sans"/>
              <a:cs typeface="Google Sans"/>
            </a:endParaRPr>
          </a:p>
        </p:txBody>
      </p:sp>
      <p:sp>
        <p:nvSpPr>
          <p:cNvPr id="1544611977" name="Google Shape;100;p25"/>
          <p:cNvSpPr txBox="1"/>
          <p:nvPr/>
        </p:nvSpPr>
        <p:spPr bwMode="auto">
          <a:xfrm>
            <a:off x="609900" y="1711275"/>
            <a:ext cx="7924200" cy="2551199"/>
          </a:xfrm>
          <a:prstGeom prst="rect">
            <a:avLst/>
          </a:prstGeom>
          <a:noFill/>
          <a:ln>
            <a:noFill/>
          </a:ln>
        </p:spPr>
        <p:txBody>
          <a:bodyPr spcFirstLastPara="1" wrap="square" lIns="91425" tIns="91425" rIns="91425" bIns="91425" anchor="t" anchorCtr="0">
            <a:noAutofit/>
          </a:bodyPr>
          <a:lstStyle/>
          <a:p>
            <a:pPr marL="457200" marR="0" lvl="0" indent="-323850" algn="l" rtl="0">
              <a:lnSpc>
                <a:spcPct val="100000"/>
              </a:lnSpc>
              <a:spcBef>
                <a:spcPts val="0"/>
              </a:spcBef>
              <a:spcAft>
                <a:spcPts val="0"/>
              </a:spcAft>
              <a:buClr>
                <a:srgbClr val="434343"/>
              </a:buClr>
              <a:buSzPts val="1500"/>
              <a:buFont typeface="Google Sans"/>
              <a:buChar char="●"/>
              <a:defRPr/>
            </a:pPr>
            <a:r>
              <a:rPr lang="en-GB" sz="1500" b="0" i="0" u="none" strike="noStrike" cap="none">
                <a:solidFill>
                  <a:srgbClr val="434343"/>
                </a:solidFill>
                <a:latin typeface="Google Sans"/>
                <a:ea typeface="Google Sans"/>
                <a:cs typeface="Google Sans"/>
              </a:rPr>
              <a:t>Kindly use the given template for submitting your </a:t>
            </a:r>
            <a:r>
              <a:rPr lang="en-GB" sz="1500">
                <a:solidFill>
                  <a:srgbClr val="434343"/>
                </a:solidFill>
                <a:latin typeface="Google Sans"/>
                <a:ea typeface="Google Sans"/>
                <a:cs typeface="Google Sans"/>
              </a:rPr>
              <a:t>prototype</a:t>
            </a:r>
            <a:r>
              <a:rPr lang="en-GB" sz="1500" b="0" i="0" u="none" strike="noStrike" cap="none">
                <a:solidFill>
                  <a:srgbClr val="434343"/>
                </a:solidFill>
                <a:latin typeface="Google Sans"/>
                <a:ea typeface="Google Sans"/>
                <a:cs typeface="Google Sans"/>
              </a:rPr>
              <a:t>(Make a copy of the template)</a:t>
            </a:r>
            <a:endParaRPr sz="1500" b="0" i="0" u="none" strike="noStrike" cap="none">
              <a:solidFill>
                <a:srgbClr val="434343"/>
              </a:solidFill>
              <a:latin typeface="Google Sans"/>
              <a:ea typeface="Google Sans"/>
              <a:cs typeface="Google Sans"/>
            </a:endParaRPr>
          </a:p>
          <a:p>
            <a:pPr marL="457200" marR="0" lvl="0" indent="-323850" algn="l" rtl="0">
              <a:lnSpc>
                <a:spcPct val="100000"/>
              </a:lnSpc>
              <a:spcBef>
                <a:spcPts val="0"/>
              </a:spcBef>
              <a:spcAft>
                <a:spcPts val="0"/>
              </a:spcAft>
              <a:buClr>
                <a:srgbClr val="434343"/>
              </a:buClr>
              <a:buSzPts val="1500"/>
              <a:buFont typeface="Google Sans"/>
              <a:buChar char="●"/>
              <a:defRPr/>
            </a:pPr>
            <a:r>
              <a:rPr lang="en-GB" sz="1500" b="0" i="0" u="none" strike="noStrike" cap="none">
                <a:solidFill>
                  <a:srgbClr val="434343"/>
                </a:solidFill>
                <a:latin typeface="Google Sans"/>
                <a:ea typeface="Google Sans"/>
                <a:cs typeface="Google Sans"/>
              </a:rPr>
              <a:t>One team is only required to submit one project.</a:t>
            </a:r>
            <a:endParaRPr sz="1500" b="0" i="0" u="none" strike="noStrike" cap="none">
              <a:solidFill>
                <a:srgbClr val="434343"/>
              </a:solidFill>
              <a:latin typeface="Google Sans"/>
              <a:ea typeface="Google Sans"/>
              <a:cs typeface="Google Sans"/>
            </a:endParaRPr>
          </a:p>
          <a:p>
            <a:pPr marL="457200" marR="0" lvl="0" indent="-323850" algn="l" rtl="0">
              <a:lnSpc>
                <a:spcPct val="100000"/>
              </a:lnSpc>
              <a:spcBef>
                <a:spcPts val="0"/>
              </a:spcBef>
              <a:spcAft>
                <a:spcPts val="0"/>
              </a:spcAft>
              <a:buClr>
                <a:srgbClr val="434343"/>
              </a:buClr>
              <a:buSzPts val="1500"/>
              <a:buFont typeface="Google Sans"/>
              <a:buChar char="●"/>
              <a:defRPr/>
            </a:pPr>
            <a:r>
              <a:rPr lang="en-GB" sz="1500">
                <a:solidFill>
                  <a:srgbClr val="434343"/>
                </a:solidFill>
                <a:latin typeface="Google Sans"/>
                <a:ea typeface="Google Sans"/>
                <a:cs typeface="Google Sans"/>
              </a:rPr>
              <a:t>Follow this template while preparing your presentation.</a:t>
            </a:r>
            <a:endParaRPr sz="1500" b="0" i="0" u="none" strike="noStrike" cap="none">
              <a:solidFill>
                <a:srgbClr val="434343"/>
              </a:solidFill>
              <a:latin typeface="Google Sans"/>
              <a:ea typeface="Google Sans"/>
              <a:cs typeface="Google Sans"/>
            </a:endParaRPr>
          </a:p>
          <a:p>
            <a:pPr marL="457200" marR="0" lvl="0" indent="-323850" algn="l" rtl="0">
              <a:lnSpc>
                <a:spcPct val="100000"/>
              </a:lnSpc>
              <a:spcBef>
                <a:spcPts val="0"/>
              </a:spcBef>
              <a:spcAft>
                <a:spcPts val="0"/>
              </a:spcAft>
              <a:buClr>
                <a:srgbClr val="434343"/>
              </a:buClr>
              <a:buSzPts val="1500"/>
              <a:buFont typeface="Google Sans"/>
              <a:buChar char="●"/>
              <a:defRPr/>
            </a:pPr>
            <a:r>
              <a:rPr lang="en-GB" sz="1500" b="0" i="0" u="none" strike="noStrike" cap="none">
                <a:solidFill>
                  <a:srgbClr val="434343"/>
                </a:solidFill>
                <a:latin typeface="Google Sans"/>
                <a:ea typeface="Google Sans"/>
                <a:cs typeface="Google Sans"/>
              </a:rPr>
              <a:t>You are welcome to add as many POCs and design concepts to support your project.</a:t>
            </a:r>
            <a:endParaRPr sz="1500" b="0" i="0" u="none" strike="noStrike" cap="none">
              <a:solidFill>
                <a:srgbClr val="434343"/>
              </a:solidFill>
              <a:latin typeface="Google Sans"/>
              <a:ea typeface="Google Sans"/>
              <a:cs typeface="Google Sans"/>
            </a:endParaRPr>
          </a:p>
          <a:p>
            <a:pPr marL="457200" marR="0" lvl="0" indent="-323850" algn="l" rtl="0">
              <a:lnSpc>
                <a:spcPct val="100000"/>
              </a:lnSpc>
              <a:spcBef>
                <a:spcPts val="0"/>
              </a:spcBef>
              <a:spcAft>
                <a:spcPts val="0"/>
              </a:spcAft>
              <a:buClr>
                <a:srgbClr val="434343"/>
              </a:buClr>
              <a:buSzPts val="1500"/>
              <a:buFont typeface="Google Sans"/>
              <a:buChar char="●"/>
              <a:defRPr/>
            </a:pPr>
            <a:r>
              <a:rPr lang="en-GB" sz="1500" b="0" i="0" u="none" strike="noStrike" cap="none">
                <a:solidFill>
                  <a:srgbClr val="434343"/>
                </a:solidFill>
                <a:latin typeface="Google Sans"/>
                <a:ea typeface="Google Sans"/>
                <a:cs typeface="Google Sans"/>
              </a:rPr>
              <a:t>The project should be feasible and the team members should be capable enough, to come up with the fully functioning prototype of the same idea, if required.</a:t>
            </a:r>
            <a:endParaRPr sz="1500" b="0" i="0" u="none" strike="noStrike" cap="none">
              <a:solidFill>
                <a:srgbClr val="434343"/>
              </a:solidFill>
              <a:latin typeface="Google Sans"/>
              <a:ea typeface="Google Sans"/>
              <a:cs typeface="Google Sans"/>
            </a:endParaRPr>
          </a:p>
          <a:p>
            <a:pPr marL="457200" marR="0" lvl="0" indent="-323850" algn="l" rtl="0">
              <a:lnSpc>
                <a:spcPct val="100000"/>
              </a:lnSpc>
              <a:spcBef>
                <a:spcPts val="0"/>
              </a:spcBef>
              <a:spcAft>
                <a:spcPts val="0"/>
              </a:spcAft>
              <a:buClr>
                <a:srgbClr val="434343"/>
              </a:buClr>
              <a:buSzPts val="1500"/>
              <a:buFont typeface="Google Sans"/>
              <a:buChar char="●"/>
              <a:defRPr/>
            </a:pPr>
            <a:r>
              <a:rPr lang="en-GB" sz="1500" b="0" i="0" u="none" strike="noStrike" cap="none">
                <a:solidFill>
                  <a:srgbClr val="434343"/>
                </a:solidFill>
                <a:latin typeface="Google Sans"/>
                <a:ea typeface="Google Sans"/>
                <a:cs typeface="Google Sans"/>
              </a:rPr>
              <a:t>In case of queries, kindly reach out to us at </a:t>
            </a:r>
            <a:r>
              <a:rPr lang="en-GB" sz="1500">
                <a:solidFill>
                  <a:srgbClr val="434343"/>
                </a:solidFill>
                <a:latin typeface="Google Sans"/>
                <a:ea typeface="Google Sans"/>
                <a:cs typeface="Google Sans"/>
              </a:rPr>
              <a:t>solutionchallengesupport@hack2skill.com</a:t>
            </a:r>
            <a:endParaRPr sz="1500" b="0" i="0" u="none" strike="noStrike" cap="none">
              <a:solidFill>
                <a:srgbClr val="434343"/>
              </a:solidFill>
              <a:latin typeface="Google Sans"/>
              <a:ea typeface="Google Sans"/>
              <a:cs typeface="Google Sans"/>
            </a:endParaRPr>
          </a:p>
        </p:txBody>
      </p:sp>
      <p:pic>
        <p:nvPicPr>
          <p:cNvPr id="1531324491" name="Google Shape;101;p25" title="frameeeee.png"/>
          <p:cNvPicPr/>
          <p:nvPr/>
        </p:nvPicPr>
        <p:blipFill rotWithShape="1">
          <a:blip r:embed="rId3">
            <a:alphaModFix/>
          </a:blip>
          <a:stretch/>
        </p:blipFill>
        <p:spPr bwMode="auto">
          <a:xfrm>
            <a:off x="0" y="0"/>
            <a:ext cx="9144003" cy="589347"/>
          </a:xfrm>
          <a:prstGeom prst="rect">
            <a:avLst/>
          </a:prstGeom>
          <a:noFill/>
          <a:ln>
            <a:noFill/>
          </a:ln>
        </p:spPr>
      </p:pic>
      <p:sp>
        <p:nvSpPr>
          <p:cNvPr id="1592121634" name="Google Shape;102;p25"/>
          <p:cNvSpPr txBox="1"/>
          <p:nvPr/>
        </p:nvSpPr>
        <p:spPr bwMode="auto">
          <a:xfrm>
            <a:off x="65700" y="3897125"/>
            <a:ext cx="90126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GB" sz="1500" b="1">
                <a:solidFill>
                  <a:srgbClr val="FF0000"/>
                </a:solidFill>
                <a:latin typeface="Google Sans"/>
                <a:ea typeface="Google Sans"/>
                <a:cs typeface="Google Sans"/>
              </a:rPr>
              <a:t>Note:</a:t>
            </a:r>
            <a:r>
              <a:rPr lang="en-GB" sz="1500">
                <a:solidFill>
                  <a:srgbClr val="434343"/>
                </a:solidFill>
                <a:latin typeface="Google Sans"/>
                <a:ea typeface="Google Sans"/>
                <a:cs typeface="Google Sans"/>
              </a:rPr>
              <a:t> Prototype must include cloud deployment and use at least one Google AI model or service (e.g., Gemini) as part of the solution.</a:t>
            </a:r>
            <a:endParaRPr sz="1500">
              <a:solidFill>
                <a:srgbClr val="434343"/>
              </a:solidFill>
              <a:latin typeface="Google Sans"/>
              <a:ea typeface="Google Sans"/>
              <a:cs typeface="Google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86561195" name="Google Shape;107;p26"/>
          <p:cNvSpPr txBox="1"/>
          <p:nvPr>
            <p:ph type="subTitle" idx="1"/>
          </p:nvPr>
        </p:nvSpPr>
        <p:spPr bwMode="auto">
          <a:xfrm>
            <a:off x="311700" y="2834125"/>
            <a:ext cx="8520600" cy="7926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800"/>
              <a:buNone/>
              <a:defRPr/>
            </a:pPr>
            <a:endParaRPr/>
          </a:p>
        </p:txBody>
      </p:sp>
      <p:pic>
        <p:nvPicPr>
          <p:cNvPr id="946527356" name="Google Shape;108;p26"/>
          <p:cNvPicPr/>
          <p:nvPr/>
        </p:nvPicPr>
        <p:blipFill rotWithShape="1">
          <a:blip r:embed="rId3">
            <a:alphaModFix/>
          </a:blip>
          <a:srcRect l="0" t="47611" r="0" b="0"/>
          <a:stretch/>
        </p:blipFill>
        <p:spPr bwMode="auto">
          <a:xfrm>
            <a:off x="0" y="2448875"/>
            <a:ext cx="9144000" cy="2694624"/>
          </a:xfrm>
          <a:prstGeom prst="rect">
            <a:avLst/>
          </a:prstGeom>
          <a:noFill/>
          <a:ln>
            <a:noFill/>
          </a:ln>
        </p:spPr>
      </p:pic>
      <p:sp>
        <p:nvSpPr>
          <p:cNvPr id="441375310" name="Google Shape;109;p26"/>
          <p:cNvSpPr txBox="1"/>
          <p:nvPr/>
        </p:nvSpPr>
        <p:spPr bwMode="auto">
          <a:xfrm>
            <a:off x="146600" y="2895500"/>
            <a:ext cx="8760000" cy="2003700"/>
          </a:xfrm>
          <a:prstGeom prst="rect">
            <a:avLst/>
          </a:prstGeom>
          <a:noFill/>
          <a:ln>
            <a:noFill/>
          </a:ln>
        </p:spPr>
        <p:txBody>
          <a:bodyPr spcFirstLastPara="1" wrap="square" lIns="91425" tIns="91425" rIns="91425" bIns="91425" anchor="t" anchorCtr="0">
            <a:noAutofit/>
          </a:bodyPr>
          <a:lstStyle/>
          <a:p>
            <a:pPr>
              <a:defRPr/>
            </a:pPr>
            <a:r>
              <a:rPr/>
              <a:t>Team Details</a:t>
            </a:r>
            <a:endParaRPr/>
          </a:p>
          <a:p>
            <a:pPr>
              <a:defRPr/>
            </a:pPr>
            <a:endParaRPr/>
          </a:p>
          <a:p>
            <a:pPr>
              <a:defRPr/>
            </a:pPr>
            <a:r>
              <a:rPr/>
              <a:t>Team name: </a:t>
            </a:r>
            <a:r>
              <a:rPr lang="en-IN"/>
              <a:t>Mind_Mesh</a:t>
            </a:r>
            <a:endParaRPr/>
          </a:p>
          <a:p>
            <a:pPr>
              <a:defRPr/>
            </a:pPr>
            <a:r>
              <a:rPr/>
              <a:t>Team leader name: Nawang Dorjay</a:t>
            </a:r>
            <a:endParaRPr/>
          </a:p>
          <a:p>
            <a:pPr>
              <a:defRPr/>
            </a:pPr>
            <a:r>
              <a:rPr lang="en-IN"/>
              <a:t>Team Member Name: </a:t>
            </a:r>
            <a:r>
              <a:rPr lang="en-US" sz="1400" b="0" i="0" u="none" strike="noStrike" cap="none" spc="0">
                <a:solidFill>
                  <a:srgbClr val="000000"/>
                </a:solidFill>
                <a:latin typeface="Arial"/>
                <a:ea typeface="Arial"/>
                <a:cs typeface="Arial"/>
              </a:rPr>
              <a:t>Nawang Dorjay</a:t>
            </a:r>
            <a:r>
              <a:rPr lang="en-IN"/>
              <a:t> , Swayam, Twisha, Sayan Kundu</a:t>
            </a:r>
            <a:endParaRPr/>
          </a:p>
          <a:p>
            <a:pPr>
              <a:defRPr/>
            </a:pPr>
            <a:r>
              <a:rPr/>
              <a:t>Problem Statement: During crises, traditional NGO resource allocation is drastically inefficient, taking hours of manual labor to dispatch help. NGOs struggle to find vetted, accurately skilled volunteers in their immediate geographical radiuses. Lapper solves this life-saving bottleneck using Hybrid AI.</a:t>
            </a:r>
            <a:endParaRPr/>
          </a:p>
        </p:txBody>
      </p:sp>
      <p:pic>
        <p:nvPicPr>
          <p:cNvPr id="778479121" name="Google Shape;110;p26" title="Frame 96.png"/>
          <p:cNvPicPr/>
          <p:nvPr/>
        </p:nvPicPr>
        <p:blipFill rotWithShape="1">
          <a:blip r:embed="rId4">
            <a:alphaModFix/>
          </a:blip>
          <a:srcRect l="0" t="0" r="0" b="0"/>
          <a:stretch/>
        </p:blipFill>
        <p:spPr bwMode="auto">
          <a:xfrm>
            <a:off x="0" y="0"/>
            <a:ext cx="9143997" cy="2759277"/>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99409177" name="Google Shape;115;p27"/>
          <p:cNvSpPr txBox="1"/>
          <p:nvPr/>
        </p:nvSpPr>
        <p:spPr bwMode="auto">
          <a:xfrm>
            <a:off x="85525" y="806350"/>
            <a:ext cx="8943000" cy="561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a:pPr>
            <a:r>
              <a:rPr lang="en-GB" sz="1800" b="0" i="0" u="none" strike="noStrike" cap="none">
                <a:solidFill>
                  <a:srgbClr val="000000"/>
                </a:solidFill>
                <a:latin typeface="Google Sans"/>
                <a:ea typeface="Google Sans"/>
                <a:cs typeface="Google Sans"/>
              </a:rPr>
              <a:t>Brief about your solution</a:t>
            </a:r>
            <a:endParaRPr sz="1800" b="0" i="0" u="none" strike="noStrike" cap="none">
              <a:solidFill>
                <a:srgbClr val="000000"/>
              </a:solidFill>
              <a:latin typeface="Google Sans"/>
              <a:ea typeface="Google Sans"/>
              <a:cs typeface="Google Sans"/>
            </a:endParaRPr>
          </a:p>
        </p:txBody>
      </p:sp>
      <p:pic>
        <p:nvPicPr>
          <p:cNvPr id="878038939" name="Google Shape;116;p27" title="frameeeee.png"/>
          <p:cNvPicPr/>
          <p:nvPr/>
        </p:nvPicPr>
        <p:blipFill rotWithShape="1">
          <a:blip r:embed="rId3">
            <a:alphaModFix/>
          </a:blip>
          <a:stretch/>
        </p:blipFill>
        <p:spPr bwMode="auto">
          <a:xfrm>
            <a:off x="0" y="0"/>
            <a:ext cx="9144003" cy="589347"/>
          </a:xfrm>
          <a:prstGeom prst="rect">
            <a:avLst/>
          </a:prstGeom>
          <a:noFill/>
          <a:ln>
            <a:noFill/>
          </a:ln>
        </p:spPr>
      </p:pic>
      <p:sp>
        <p:nvSpPr>
          <p:cNvPr id="358766363" name="TextBox 116"/>
          <p:cNvSpPr txBox="1"/>
          <p:nvPr/>
        </p:nvSpPr>
        <p:spPr bwMode="auto">
          <a:xfrm>
            <a:off x="457200" y="1371600"/>
            <a:ext cx="8229600" cy="4572000"/>
          </a:xfrm>
          <a:prstGeom prst="rect">
            <a:avLst/>
          </a:prstGeom>
          <a:noFill/>
        </p:spPr>
        <p:txBody>
          <a:bodyPr wrap="square">
            <a:spAutoFit/>
          </a:bodyPr>
          <a:lstStyle/>
          <a:p>
            <a:pPr>
              <a:defRPr sz="1600"/>
            </a:pPr>
            <a:r>
              <a:rPr/>
              <a:t>Lapper: The Smart Resource Allocation Engine</a:t>
            </a:r>
            <a:br>
              <a:rPr/>
            </a:br>
            <a:br>
              <a:rPr/>
            </a:br>
            <a:r>
              <a:rPr/>
              <a:t>Lapper is a production-ready, full-stack AI platform designed to intelligently pair vetted volunteers with real-time NGO crisis requests.</a:t>
            </a:r>
            <a:br>
              <a:rPr/>
            </a:br>
            <a:br>
              <a:rPr/>
            </a:br>
            <a:r>
              <a:rPr/>
              <a:t>Instead of manual dispatcher logistics, our system leverages a hybrid AI engine: Scikit-learn's Logistic Regression model mathematically evaluates volunteers across complex constraints (Proximity, Urgency, Skill Overlap, and Availability) to assign Match Confidence Scores. Simultaneously, Google's Gemini Generative AI dynamically translates these raw mathematical weights into transparent, human-readable explanations. This uniquely bridges the gap between predictive ML output and administrative trust, enabling NGOs to allocate relief resources accurately in mere milliseconds.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11691424" name="Google Shape;121;p28"/>
          <p:cNvSpPr txBox="1"/>
          <p:nvPr/>
        </p:nvSpPr>
        <p:spPr bwMode="auto">
          <a:xfrm flipH="0" flipV="0">
            <a:off x="183249" y="818550"/>
            <a:ext cx="8784299" cy="532444"/>
          </a:xfrm>
          <a:prstGeom prst="rect">
            <a:avLst/>
          </a:prstGeom>
          <a:noFill/>
          <a:ln>
            <a:noFill/>
          </a:ln>
        </p:spPr>
        <p:txBody>
          <a:bodyPr spcFirstLastPara="1" wrap="square" lIns="91424" tIns="91424" rIns="91424" bIns="91424" anchor="t" anchorCtr="0">
            <a:noAutofit/>
          </a:bodyPr>
          <a:lstStyle/>
          <a:p>
            <a:pPr marL="0" marR="0" lvl="0" indent="0" algn="l" rtl="0">
              <a:lnSpc>
                <a:spcPct val="114999"/>
              </a:lnSpc>
              <a:spcBef>
                <a:spcPts val="0"/>
              </a:spcBef>
              <a:spcAft>
                <a:spcPts val="0"/>
              </a:spcAft>
              <a:buClr>
                <a:srgbClr val="000000"/>
              </a:buClr>
              <a:buSzPts val="1800"/>
              <a:buFont typeface="Arial"/>
              <a:buNone/>
              <a:defRPr/>
            </a:pPr>
            <a:endParaRPr sz="1800" b="0" i="0" u="none" strike="noStrike" cap="none">
              <a:solidFill>
                <a:srgbClr val="000000"/>
              </a:solidFill>
              <a:latin typeface="Google Sans"/>
              <a:ea typeface="Google Sans"/>
              <a:cs typeface="Google Sans"/>
            </a:endParaRPr>
          </a:p>
          <a:p>
            <a:pPr lvl="1" algn="l" rtl="0">
              <a:lnSpc>
                <a:spcPct val="114999"/>
              </a:lnSpc>
              <a:spcBef>
                <a:spcPts val="0"/>
              </a:spcBef>
              <a:spcAft>
                <a:spcPts val="0"/>
              </a:spcAft>
              <a:defRPr/>
            </a:pPr>
            <a:endParaRPr sz="1800">
              <a:latin typeface="Google Sans"/>
              <a:ea typeface="Google Sans"/>
              <a:cs typeface="Google Sans"/>
            </a:endParaRPr>
          </a:p>
          <a:p>
            <a:pPr marL="0" marR="0" lvl="0" indent="0" algn="l" rtl="0">
              <a:lnSpc>
                <a:spcPct val="100000"/>
              </a:lnSpc>
              <a:spcBef>
                <a:spcPts val="0"/>
              </a:spcBef>
              <a:spcAft>
                <a:spcPts val="0"/>
              </a:spcAft>
              <a:buClr>
                <a:srgbClr val="000000"/>
              </a:buClr>
              <a:buSzPts val="1800"/>
              <a:buFont typeface="Arial"/>
              <a:buNone/>
              <a:defRPr/>
            </a:pPr>
            <a:endParaRPr sz="1800" b="0" i="0" u="none" strike="noStrike" cap="none">
              <a:solidFill>
                <a:srgbClr val="595959"/>
              </a:solidFill>
              <a:latin typeface="Google Sans"/>
              <a:ea typeface="Google Sans"/>
              <a:cs typeface="Google Sans"/>
            </a:endParaRPr>
          </a:p>
        </p:txBody>
      </p:sp>
      <p:pic>
        <p:nvPicPr>
          <p:cNvPr id="1637955560" name="Google Shape;122;p28" title="frameeeee.png"/>
          <p:cNvPicPr/>
          <p:nvPr/>
        </p:nvPicPr>
        <p:blipFill rotWithShape="1">
          <a:blip r:embed="rId3">
            <a:alphaModFix/>
          </a:blip>
          <a:stretch/>
        </p:blipFill>
        <p:spPr bwMode="auto">
          <a:xfrm>
            <a:off x="0" y="0"/>
            <a:ext cx="9144003" cy="589347"/>
          </a:xfrm>
          <a:prstGeom prst="rect">
            <a:avLst/>
          </a:prstGeom>
          <a:noFill/>
          <a:ln>
            <a:noFill/>
          </a:ln>
        </p:spPr>
      </p:pic>
      <p:sp>
        <p:nvSpPr>
          <p:cNvPr id="121702245" name="TextBox 122"/>
          <p:cNvSpPr txBox="1"/>
          <p:nvPr/>
        </p:nvSpPr>
        <p:spPr bwMode="auto">
          <a:xfrm rot="0" flipH="0" flipV="0">
            <a:off x="183249" y="818550"/>
            <a:ext cx="8694065" cy="3261719"/>
          </a:xfrm>
          <a:prstGeom prst="rect">
            <a:avLst/>
          </a:prstGeom>
          <a:noFill/>
        </p:spPr>
        <p:txBody>
          <a:bodyPr wrap="square">
            <a:spAutoFit/>
          </a:bodyPr>
          <a:lstStyle/>
          <a:p>
            <a:pPr>
              <a:defRPr sz="1600"/>
            </a:pPr>
            <a:r>
              <a:rPr/>
              <a:t>Opportunities &amp; Market Differentiation</a:t>
            </a:r>
            <a:endParaRPr/>
          </a:p>
          <a:p>
            <a:pPr>
              <a:defRPr sz="1600"/>
            </a:pPr>
            <a:br>
              <a:rPr/>
            </a:br>
            <a:r>
              <a:rPr/>
              <a:t>How is it different?</a:t>
            </a:r>
            <a:br>
              <a:rPr/>
            </a:br>
            <a:r>
              <a:rPr/>
              <a:t>Traditional volunteer routing systems enforce rigid, inaccurate keyword filtering. Lapper dynamically learns and evaluates complex weight features. By coupling a deterministic Machine Learning pipeline with conversational LLM explanations (Google Gemini), we provide NGOs with high predictability, speed, and complete transparency into WHY a volunteer was selected.</a:t>
            </a:r>
            <a:br>
              <a:rPr/>
            </a:br>
            <a:br>
              <a:rPr/>
            </a:br>
            <a:r>
              <a:rPr/>
              <a:t>How will it solve the problem?</a:t>
            </a:r>
            <a:br>
              <a:rPr/>
            </a:br>
            <a:r>
              <a:rPr/>
              <a:t>By fully automating the assessment and ranking pipeline, Lapper slashes assignment wait times. In a crisis, saving administrative hours directly translates to mobilizing critical relief instantly.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55775964" name="Google Shape;127;p29"/>
          <p:cNvSpPr txBox="1"/>
          <p:nvPr/>
        </p:nvSpPr>
        <p:spPr bwMode="auto">
          <a:xfrm>
            <a:off x="195475" y="855225"/>
            <a:ext cx="8698800" cy="54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a:pPr>
            <a:r>
              <a:rPr lang="en-GB" sz="1800" b="0" i="0" u="none" strike="noStrike" cap="none">
                <a:solidFill>
                  <a:srgbClr val="000000"/>
                </a:solidFill>
                <a:latin typeface="Google Sans"/>
                <a:ea typeface="Google Sans"/>
                <a:cs typeface="Google Sans"/>
              </a:rPr>
              <a:t>List of features offered by the solution</a:t>
            </a:r>
            <a:endParaRPr sz="1800" b="0" i="0" u="none" strike="noStrike" cap="none">
              <a:solidFill>
                <a:srgbClr val="000000"/>
              </a:solidFill>
              <a:latin typeface="Google Sans"/>
              <a:ea typeface="Google Sans"/>
              <a:cs typeface="Google Sans"/>
            </a:endParaRPr>
          </a:p>
        </p:txBody>
      </p:sp>
      <p:pic>
        <p:nvPicPr>
          <p:cNvPr id="25423199" name="Google Shape;128;p29" title="frameeeee.png"/>
          <p:cNvPicPr/>
          <p:nvPr/>
        </p:nvPicPr>
        <p:blipFill rotWithShape="1">
          <a:blip r:embed="rId3">
            <a:alphaModFix/>
          </a:blip>
          <a:stretch/>
        </p:blipFill>
        <p:spPr bwMode="auto">
          <a:xfrm>
            <a:off x="0" y="0"/>
            <a:ext cx="9144003" cy="589347"/>
          </a:xfrm>
          <a:prstGeom prst="rect">
            <a:avLst/>
          </a:prstGeom>
          <a:noFill/>
          <a:ln>
            <a:noFill/>
          </a:ln>
        </p:spPr>
      </p:pic>
      <p:sp>
        <p:nvSpPr>
          <p:cNvPr id="807726188" name="TextBox 128"/>
          <p:cNvSpPr txBox="1"/>
          <p:nvPr/>
        </p:nvSpPr>
        <p:spPr bwMode="auto">
          <a:xfrm>
            <a:off x="457200" y="1371600"/>
            <a:ext cx="8246879" cy="3261719"/>
          </a:xfrm>
          <a:prstGeom prst="rect">
            <a:avLst/>
          </a:prstGeom>
          <a:noFill/>
        </p:spPr>
        <p:txBody>
          <a:bodyPr wrap="square">
            <a:spAutoFit/>
          </a:bodyPr>
          <a:lstStyle/>
          <a:p>
            <a:pPr>
              <a:defRPr sz="1600"/>
            </a:pPr>
            <a:r>
              <a:rPr/>
              <a:t>Key Platform Features:</a:t>
            </a:r>
            <a:br>
              <a:rPr/>
            </a:br>
            <a:br>
              <a:rPr/>
            </a:br>
            <a:r>
              <a:rPr/>
              <a:t>1. Dynamic Real-Time Dispatching: An interactive dashboard updates NGO constraints and tracks volunteer deployment statuses instantly.</a:t>
            </a:r>
            <a:br>
              <a:rPr/>
            </a:br>
            <a:r>
              <a:rPr/>
              <a:t>2. Hybrid AI Scoring: Proprietary Logistic Regression pipeline dynamically scores candidate pools across 5 critical independent features.</a:t>
            </a:r>
            <a:br>
              <a:rPr/>
            </a:br>
            <a:r>
              <a:rPr/>
              <a:t>3. Transparent AI Rationale: Deep Gemini Integration generates instant explanations for algorithmic decisions to maintain human-in-the-loop accountability.</a:t>
            </a:r>
            <a:br>
              <a:rPr/>
            </a:br>
            <a:r>
              <a:rPr/>
              <a:t>4. Scalable Data Pipeline: Python backend easily imports and sanitizes thousands of database entries.</a:t>
            </a:r>
            <a:br>
              <a:rPr/>
            </a:br>
            <a:r>
              <a:rPr/>
              <a:t>5. Automated UI Synchronization: The SQLite engine is directly integrated to live HTML/JS components.</a:t>
            </a:r>
            <a:endParaRPr/>
          </a:p>
          <a:p>
            <a:pPr>
              <a:defRPr sz="1600"/>
            </a:pPr>
            <a:r>
              <a:rPr lang="en-IN"/>
              <a:t>6. Smart Data Cleaning and CSV pipeline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30361324" name="Google Shape;133;p30"/>
          <p:cNvSpPr txBox="1"/>
          <p:nvPr/>
        </p:nvSpPr>
        <p:spPr bwMode="auto">
          <a:xfrm>
            <a:off x="195475" y="830775"/>
            <a:ext cx="8772000" cy="513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a:pPr>
            <a:r>
              <a:rPr lang="en-GB" sz="1800" b="0" i="0" u="none" strike="noStrike" cap="none">
                <a:solidFill>
                  <a:srgbClr val="000000"/>
                </a:solidFill>
                <a:latin typeface="Google Sans"/>
                <a:ea typeface="Google Sans"/>
                <a:cs typeface="Google Sans"/>
              </a:rPr>
              <a:t>Process flow diagram or Use-case diagram</a:t>
            </a:r>
            <a:endParaRPr sz="1800" b="0" i="0" u="none" strike="noStrike" cap="none">
              <a:solidFill>
                <a:srgbClr val="000000"/>
              </a:solidFill>
              <a:latin typeface="Google Sans"/>
              <a:ea typeface="Google Sans"/>
              <a:cs typeface="Google Sans"/>
            </a:endParaRPr>
          </a:p>
        </p:txBody>
      </p:sp>
      <p:pic>
        <p:nvPicPr>
          <p:cNvPr id="1381308906" name="Google Shape;134;p30" title="frameeeee.png"/>
          <p:cNvPicPr/>
          <p:nvPr/>
        </p:nvPicPr>
        <p:blipFill rotWithShape="1">
          <a:blip r:embed="rId3">
            <a:alphaModFix/>
          </a:blip>
          <a:stretch/>
        </p:blipFill>
        <p:spPr bwMode="auto">
          <a:xfrm>
            <a:off x="0" y="0"/>
            <a:ext cx="9144003" cy="589347"/>
          </a:xfrm>
          <a:prstGeom prst="rect">
            <a:avLst/>
          </a:prstGeom>
          <a:noFill/>
          <a:ln>
            <a:noFill/>
          </a:ln>
        </p:spPr>
      </p:pic>
      <p:sp>
        <p:nvSpPr>
          <p:cNvPr id="510892419" name="Rounded Rectangle 134"/>
          <p:cNvSpPr/>
          <p:nvPr/>
        </p:nvSpPr>
        <p:spPr bwMode="auto">
          <a:xfrm>
            <a:off x="457200" y="2286000"/>
            <a:ext cx="1645920" cy="914400"/>
          </a:xfrm>
          <a:prstGeom prst="roundRect">
            <a:avLst>
              <a:gd name="adj" fmla="val 16667"/>
            </a:avLst>
          </a:prstGeom>
          <a:solidFill>
            <a:srgbClr val="14DCB4"/>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defRPr sz="1400">
                <a:solidFill>
                  <a:srgbClr val="000000"/>
                </a:solidFill>
              </a:defRPr>
            </a:pPr>
            <a:r>
              <a:rPr/>
              <a:t>1. NGO Posts</a:t>
            </a:r>
            <a:endParaRPr/>
          </a:p>
          <a:p>
            <a:pPr>
              <a:defRPr/>
            </a:pPr>
            <a:r>
              <a:rPr/>
              <a:t>Urgent Request</a:t>
            </a:r>
            <a:endParaRPr/>
          </a:p>
        </p:txBody>
      </p:sp>
      <p:sp>
        <p:nvSpPr>
          <p:cNvPr id="1144393034" name="Right Arrow 135"/>
          <p:cNvSpPr/>
          <p:nvPr/>
        </p:nvSpPr>
        <p:spPr bwMode="auto">
          <a:xfrm>
            <a:off x="2194560" y="2560320"/>
            <a:ext cx="365760" cy="274320"/>
          </a:xfrm>
          <a:prstGeom prst="rightArrow">
            <a:avLst>
              <a:gd name="adj1" fmla="val 50000"/>
              <a:gd name="adj2" fmla="val 50000"/>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13318871" name="Rounded Rectangle 136"/>
          <p:cNvSpPr/>
          <p:nvPr/>
        </p:nvSpPr>
        <p:spPr bwMode="auto">
          <a:xfrm>
            <a:off x="2651760" y="2286000"/>
            <a:ext cx="1645920" cy="914400"/>
          </a:xfrm>
          <a:prstGeom prst="roundRect">
            <a:avLst>
              <a:gd name="adj" fmla="val 16667"/>
            </a:avLst>
          </a:prstGeom>
          <a:solidFill>
            <a:srgbClr val="14DCB4"/>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defRPr sz="1400">
                <a:solidFill>
                  <a:srgbClr val="000000"/>
                </a:solidFill>
              </a:defRPr>
            </a:pPr>
            <a:r>
              <a:rPr/>
              <a:t>2. Engine Fetches</a:t>
            </a:r>
            <a:endParaRPr/>
          </a:p>
          <a:p>
            <a:pPr>
              <a:defRPr/>
            </a:pPr>
            <a:r>
              <a:rPr/>
              <a:t>Vetted Candidates</a:t>
            </a:r>
            <a:endParaRPr/>
          </a:p>
        </p:txBody>
      </p:sp>
      <p:sp>
        <p:nvSpPr>
          <p:cNvPr id="1463257467" name="Right Arrow 137"/>
          <p:cNvSpPr/>
          <p:nvPr/>
        </p:nvSpPr>
        <p:spPr bwMode="auto">
          <a:xfrm>
            <a:off x="4389120" y="2560320"/>
            <a:ext cx="365760" cy="274320"/>
          </a:xfrm>
          <a:prstGeom prst="rightArrow">
            <a:avLst>
              <a:gd name="adj1" fmla="val 50000"/>
              <a:gd name="adj2" fmla="val 50000"/>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18622859" name="Rounded Rectangle 138"/>
          <p:cNvSpPr/>
          <p:nvPr/>
        </p:nvSpPr>
        <p:spPr bwMode="auto">
          <a:xfrm>
            <a:off x="4846320" y="2286000"/>
            <a:ext cx="1645920" cy="914400"/>
          </a:xfrm>
          <a:prstGeom prst="roundRect">
            <a:avLst>
              <a:gd name="adj" fmla="val 16667"/>
            </a:avLst>
          </a:prstGeom>
          <a:solidFill>
            <a:srgbClr val="14DCB4"/>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defRPr sz="1400">
                <a:solidFill>
                  <a:srgbClr val="000000"/>
                </a:solidFill>
              </a:defRPr>
            </a:pPr>
            <a:r>
              <a:rPr/>
              <a:t>3. Logistic Regression</a:t>
            </a:r>
            <a:endParaRPr/>
          </a:p>
          <a:p>
            <a:pPr>
              <a:defRPr/>
            </a:pPr>
            <a:r>
              <a:rPr/>
              <a:t>Scores Fit</a:t>
            </a:r>
            <a:endParaRPr/>
          </a:p>
        </p:txBody>
      </p:sp>
      <p:sp>
        <p:nvSpPr>
          <p:cNvPr id="112864769" name="Right Arrow 139"/>
          <p:cNvSpPr/>
          <p:nvPr/>
        </p:nvSpPr>
        <p:spPr bwMode="auto">
          <a:xfrm>
            <a:off x="6583680" y="2560320"/>
            <a:ext cx="365760" cy="274320"/>
          </a:xfrm>
          <a:prstGeom prst="rightArrow">
            <a:avLst>
              <a:gd name="adj1" fmla="val 50000"/>
              <a:gd name="adj2" fmla="val 50000"/>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74485479" name="Rounded Rectangle 140"/>
          <p:cNvSpPr/>
          <p:nvPr/>
        </p:nvSpPr>
        <p:spPr bwMode="auto">
          <a:xfrm>
            <a:off x="7040880" y="2286000"/>
            <a:ext cx="1645920" cy="914400"/>
          </a:xfrm>
          <a:prstGeom prst="roundRect">
            <a:avLst>
              <a:gd name="adj" fmla="val 16667"/>
            </a:avLst>
          </a:prstGeom>
          <a:solidFill>
            <a:srgbClr val="14DCB4"/>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defRPr sz="1400">
                <a:solidFill>
                  <a:srgbClr val="000000"/>
                </a:solidFill>
              </a:defRPr>
            </a:pPr>
            <a:r>
              <a:rPr/>
              <a:t>4. Gemini API</a:t>
            </a:r>
            <a:endParaRPr/>
          </a:p>
          <a:p>
            <a:pPr>
              <a:defRPr/>
            </a:pPr>
            <a:r>
              <a:rPr/>
              <a:t>Explains Logic</a:t>
            </a:r>
            <a:endParaRPr/>
          </a:p>
        </p:txBody>
      </p:sp>
      <p:sp>
        <p:nvSpPr>
          <p:cNvPr id="1399759550" name="Down Arrow 141"/>
          <p:cNvSpPr/>
          <p:nvPr/>
        </p:nvSpPr>
        <p:spPr bwMode="auto">
          <a:xfrm>
            <a:off x="7680960" y="3291840"/>
            <a:ext cx="365760" cy="365760"/>
          </a:xfrm>
          <a:prstGeom prst="downArrow">
            <a:avLst>
              <a:gd name="adj1" fmla="val 50000"/>
              <a:gd name="adj2" fmla="val 50000"/>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20643925" name="Rounded Rectangle 142"/>
          <p:cNvSpPr/>
          <p:nvPr/>
        </p:nvSpPr>
        <p:spPr bwMode="auto">
          <a:xfrm>
            <a:off x="7040880" y="3749039"/>
            <a:ext cx="1645920" cy="914400"/>
          </a:xfrm>
          <a:prstGeom prst="roundRect">
            <a:avLst>
              <a:gd name="adj" fmla="val 16667"/>
            </a:avLst>
          </a:prstGeom>
          <a:solidFill>
            <a:srgbClr val="FFA5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defRPr sz="1400">
                <a:solidFill>
                  <a:srgbClr val="000000"/>
                </a:solidFill>
              </a:defRPr>
            </a:pPr>
            <a:r>
              <a:rPr/>
              <a:t>5. Admin Allocates</a:t>
            </a:r>
            <a:endParaRPr/>
          </a:p>
          <a:p>
            <a:pPr>
              <a:defRPr/>
            </a:pPr>
            <a:r>
              <a:rPr/>
              <a:t>&amp; Deploys Volunteer</a:t>
            </a:r>
            <a:endParaRPr/>
          </a:p>
        </p:txBody>
      </p:sp>
      <p:sp>
        <p:nvSpPr>
          <p:cNvPr id="47967136" name="TextBox 143"/>
          <p:cNvSpPr txBox="1"/>
          <p:nvPr/>
        </p:nvSpPr>
        <p:spPr bwMode="auto">
          <a:xfrm>
            <a:off x="457200" y="1371600"/>
            <a:ext cx="8229600" cy="4572000"/>
          </a:xfrm>
          <a:prstGeom prst="rect">
            <a:avLst/>
          </a:prstGeom>
          <a:noFill/>
        </p:spPr>
        <p:txBody>
          <a:bodyPr wrap="square">
            <a:spAutoFit/>
          </a:bodyPr>
          <a:lstStyle/>
          <a:p>
            <a:pPr>
              <a:defRPr sz="1600"/>
            </a:pPr>
            <a:r>
              <a:rPr/>
              <a:t>Automated Workflow Pipeline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7074308" name="Google Shape;139;p31"/>
          <p:cNvSpPr txBox="1"/>
          <p:nvPr/>
        </p:nvSpPr>
        <p:spPr bwMode="auto">
          <a:xfrm>
            <a:off x="207700" y="879650"/>
            <a:ext cx="8723100" cy="598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a:pPr>
            <a:r>
              <a:rPr lang="en-GB" sz="1800" b="0" i="0" u="none" strike="noStrike" cap="none">
                <a:solidFill>
                  <a:srgbClr val="000000"/>
                </a:solidFill>
                <a:latin typeface="Google Sans"/>
                <a:ea typeface="Google Sans"/>
                <a:cs typeface="Google Sans"/>
              </a:rPr>
              <a:t>Wireframes/Mock diagrams of the proposed solution (optional)</a:t>
            </a:r>
            <a:endParaRPr sz="1800" b="0" i="0" u="none" strike="noStrike" cap="none">
              <a:solidFill>
                <a:srgbClr val="000000"/>
              </a:solidFill>
              <a:latin typeface="Google Sans"/>
              <a:ea typeface="Google Sans"/>
              <a:cs typeface="Google Sans"/>
            </a:endParaRPr>
          </a:p>
        </p:txBody>
      </p:sp>
      <p:pic>
        <p:nvPicPr>
          <p:cNvPr id="358140877" name="Google Shape;140;p31" title="frameeeee.png"/>
          <p:cNvPicPr/>
          <p:nvPr/>
        </p:nvPicPr>
        <p:blipFill rotWithShape="1">
          <a:blip r:embed="rId3">
            <a:alphaModFix/>
          </a:blip>
          <a:stretch/>
        </p:blipFill>
        <p:spPr bwMode="auto">
          <a:xfrm>
            <a:off x="0" y="0"/>
            <a:ext cx="9144003" cy="589347"/>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0387347" name="Google Shape;145;p32"/>
          <p:cNvSpPr txBox="1"/>
          <p:nvPr/>
        </p:nvSpPr>
        <p:spPr bwMode="auto">
          <a:xfrm>
            <a:off x="171050" y="867425"/>
            <a:ext cx="8820900" cy="598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a:pPr>
            <a:r>
              <a:rPr lang="en-GB" sz="1800" b="0" i="0" u="none" strike="noStrike" cap="none">
                <a:solidFill>
                  <a:srgbClr val="000000"/>
                </a:solidFill>
                <a:latin typeface="Google Sans"/>
                <a:ea typeface="Google Sans"/>
                <a:cs typeface="Google Sans"/>
              </a:rPr>
              <a:t>Architecture diagram of the proposed solution</a:t>
            </a:r>
            <a:endParaRPr sz="1800" b="0" i="0" u="none" strike="noStrike" cap="none">
              <a:solidFill>
                <a:srgbClr val="000000"/>
              </a:solidFill>
              <a:latin typeface="Google Sans"/>
              <a:ea typeface="Google Sans"/>
              <a:cs typeface="Google Sans"/>
            </a:endParaRPr>
          </a:p>
        </p:txBody>
      </p:sp>
      <p:pic>
        <p:nvPicPr>
          <p:cNvPr id="536263624" name="Google Shape;146;p32" title="frameeeee.png"/>
          <p:cNvPicPr/>
          <p:nvPr/>
        </p:nvPicPr>
        <p:blipFill rotWithShape="1">
          <a:blip r:embed="rId3">
            <a:alphaModFix/>
          </a:blip>
          <a:stretch/>
        </p:blipFill>
        <p:spPr bwMode="auto">
          <a:xfrm>
            <a:off x="0" y="0"/>
            <a:ext cx="9144003" cy="589347"/>
          </a:xfrm>
          <a:prstGeom prst="rect">
            <a:avLst/>
          </a:prstGeom>
          <a:noFill/>
          <a:ln>
            <a:noFill/>
          </a:ln>
        </p:spPr>
      </p:pic>
      <p:sp>
        <p:nvSpPr>
          <p:cNvPr id="1650630180" name="Rounded Rectangle 146"/>
          <p:cNvSpPr/>
          <p:nvPr/>
        </p:nvSpPr>
        <p:spPr bwMode="auto">
          <a:xfrm>
            <a:off x="457200" y="2286000"/>
            <a:ext cx="1828800" cy="1097280"/>
          </a:xfrm>
          <a:prstGeom prst="roundRect">
            <a:avLst>
              <a:gd name="adj" fmla="val 16667"/>
            </a:avLst>
          </a:prstGeom>
          <a:solidFill>
            <a:srgbClr val="6495ED"/>
          </a:solidFill>
        </p:spPr>
        <p:style>
          <a:lnRef idx="1">
            <a:schemeClr val="accent1"/>
          </a:lnRef>
          <a:fillRef idx="3">
            <a:schemeClr val="accent1"/>
          </a:fillRef>
          <a:effectRef idx="2">
            <a:schemeClr val="accent1"/>
          </a:effectRef>
          <a:fontRef idx="minor">
            <a:schemeClr val="lt1"/>
          </a:fontRef>
        </p:style>
        <p:txBody>
          <a:bodyPr rtlCol="0" anchor="ctr"/>
          <a:lstStyle/>
          <a:p>
            <a:pPr>
              <a:defRPr sz="1400">
                <a:solidFill>
                  <a:srgbClr val="FFFFFF"/>
                </a:solidFill>
              </a:defRPr>
            </a:pPr>
            <a:r>
              <a:rPr/>
              <a:t>Frontend Dashboard</a:t>
            </a:r>
            <a:endParaRPr/>
          </a:p>
          <a:p>
            <a:pPr>
              <a:defRPr/>
            </a:pPr>
            <a:r>
              <a:rPr/>
              <a:t>(HTML5, CSS, JS)</a:t>
            </a:r>
            <a:endParaRPr/>
          </a:p>
        </p:txBody>
      </p:sp>
      <p:sp>
        <p:nvSpPr>
          <p:cNvPr id="1106076902" name="Right Arrow 147"/>
          <p:cNvSpPr/>
          <p:nvPr/>
        </p:nvSpPr>
        <p:spPr bwMode="auto">
          <a:xfrm>
            <a:off x="2377440" y="2743200"/>
            <a:ext cx="548640" cy="182880"/>
          </a:xfrm>
          <a:prstGeom prst="rightArrow">
            <a:avLst>
              <a:gd name="adj1" fmla="val 50000"/>
              <a:gd name="adj2" fmla="val 50000"/>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21450938" name="Rounded Rectangle 148"/>
          <p:cNvSpPr/>
          <p:nvPr/>
        </p:nvSpPr>
        <p:spPr bwMode="auto">
          <a:xfrm>
            <a:off x="3108960" y="2286000"/>
            <a:ext cx="2286000" cy="1097280"/>
          </a:xfrm>
          <a:prstGeom prst="roundRect">
            <a:avLst>
              <a:gd name="adj" fmla="val 16667"/>
            </a:avLst>
          </a:prstGeom>
          <a:solidFill>
            <a:srgbClr val="2E8B57"/>
          </a:solidFill>
        </p:spPr>
        <p:style>
          <a:lnRef idx="1">
            <a:schemeClr val="accent1"/>
          </a:lnRef>
          <a:fillRef idx="3">
            <a:schemeClr val="accent1"/>
          </a:fillRef>
          <a:effectRef idx="2">
            <a:schemeClr val="accent1"/>
          </a:effectRef>
          <a:fontRef idx="minor">
            <a:schemeClr val="lt1"/>
          </a:fontRef>
        </p:style>
        <p:txBody>
          <a:bodyPr rtlCol="0" anchor="ctr"/>
          <a:lstStyle/>
          <a:p>
            <a:pPr>
              <a:defRPr sz="1400">
                <a:solidFill>
                  <a:srgbClr val="FFFFFF"/>
                </a:solidFill>
              </a:defRPr>
            </a:pPr>
            <a:r>
              <a:rPr/>
              <a:t>Python Flask SERVER</a:t>
            </a:r>
            <a:endParaRPr/>
          </a:p>
          <a:p>
            <a:pPr>
              <a:defRPr/>
            </a:pPr>
            <a:r>
              <a:rPr/>
              <a:t>(main.py / matcher.py)</a:t>
            </a:r>
            <a:endParaRPr/>
          </a:p>
        </p:txBody>
      </p:sp>
      <p:sp>
        <p:nvSpPr>
          <p:cNvPr id="364871449" name="Down Arrow 149"/>
          <p:cNvSpPr/>
          <p:nvPr/>
        </p:nvSpPr>
        <p:spPr bwMode="auto">
          <a:xfrm>
            <a:off x="4114800" y="3474720"/>
            <a:ext cx="182880" cy="548640"/>
          </a:xfrm>
          <a:prstGeom prst="downArrow">
            <a:avLst>
              <a:gd name="adj1" fmla="val 50000"/>
              <a:gd name="adj2" fmla="val 50000"/>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52303653" name="Rounded Rectangle 150"/>
          <p:cNvSpPr/>
          <p:nvPr/>
        </p:nvSpPr>
        <p:spPr bwMode="auto">
          <a:xfrm>
            <a:off x="3108960" y="4114800"/>
            <a:ext cx="2286000" cy="914400"/>
          </a:xfrm>
          <a:prstGeom prst="roundRect">
            <a:avLst>
              <a:gd name="adj" fmla="val 16667"/>
            </a:avLst>
          </a:prstGeom>
          <a:solidFill>
            <a:srgbClr val="696969"/>
          </a:solidFill>
        </p:spPr>
        <p:style>
          <a:lnRef idx="1">
            <a:schemeClr val="accent1"/>
          </a:lnRef>
          <a:fillRef idx="3">
            <a:schemeClr val="accent1"/>
          </a:fillRef>
          <a:effectRef idx="2">
            <a:schemeClr val="accent1"/>
          </a:effectRef>
          <a:fontRef idx="minor">
            <a:schemeClr val="lt1"/>
          </a:fontRef>
        </p:style>
        <p:txBody>
          <a:bodyPr rtlCol="0" anchor="ctr"/>
          <a:lstStyle/>
          <a:p>
            <a:pPr>
              <a:defRPr sz="1400">
                <a:solidFill>
                  <a:srgbClr val="FFFFFF"/>
                </a:solidFill>
              </a:defRPr>
            </a:pPr>
            <a:r>
              <a:rPr/>
              <a:t>SQLite Database</a:t>
            </a:r>
            <a:endParaRPr/>
          </a:p>
          <a:p>
            <a:pPr>
              <a:defRPr/>
            </a:pPr>
            <a:r>
              <a:rPr/>
              <a:t>(volunteer_lite.db)</a:t>
            </a:r>
            <a:endParaRPr/>
          </a:p>
        </p:txBody>
      </p:sp>
      <p:sp>
        <p:nvSpPr>
          <p:cNvPr id="2091548316" name="Right Arrow 151"/>
          <p:cNvSpPr/>
          <p:nvPr/>
        </p:nvSpPr>
        <p:spPr bwMode="auto">
          <a:xfrm>
            <a:off x="5486400" y="2743200"/>
            <a:ext cx="548640" cy="182880"/>
          </a:xfrm>
          <a:prstGeom prst="rightArrow">
            <a:avLst>
              <a:gd name="adj1" fmla="val 50000"/>
              <a:gd name="adj2" fmla="val 50000"/>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6825681" name="Rounded Rectangle 152"/>
          <p:cNvSpPr/>
          <p:nvPr/>
        </p:nvSpPr>
        <p:spPr bwMode="auto">
          <a:xfrm flipH="0" flipV="0">
            <a:off x="6217920" y="1603698"/>
            <a:ext cx="2286000" cy="2236780"/>
          </a:xfrm>
          <a:prstGeom prst="roundRect">
            <a:avLst>
              <a:gd name="adj" fmla="val 16667"/>
            </a:avLst>
          </a:prstGeom>
          <a:solidFill>
            <a:srgbClr val="9400D3"/>
          </a:solidFill>
        </p:spPr>
        <p:style>
          <a:lnRef idx="1">
            <a:schemeClr val="accent1"/>
          </a:lnRef>
          <a:fillRef idx="3">
            <a:schemeClr val="accent1"/>
          </a:fillRef>
          <a:effectRef idx="2">
            <a:schemeClr val="accent1"/>
          </a:effectRef>
          <a:fontRef idx="minor">
            <a:schemeClr val="lt1"/>
          </a:fontRef>
        </p:style>
        <p:txBody>
          <a:bodyPr rtlCol="0" anchor="ctr"/>
          <a:lstStyle/>
          <a:p>
            <a:pPr>
              <a:defRPr sz="1400">
                <a:solidFill>
                  <a:srgbClr val="FFFFFF"/>
                </a:solidFill>
              </a:defRPr>
            </a:pPr>
            <a:r>
              <a:rPr/>
              <a:t>AI Pipeline Engine (Google)</a:t>
            </a:r>
            <a:endParaRPr/>
          </a:p>
        </p:txBody>
      </p:sp>
      <p:sp>
        <p:nvSpPr>
          <p:cNvPr id="1702524592" name="Rounded Rectangle 153"/>
          <p:cNvSpPr/>
          <p:nvPr/>
        </p:nvSpPr>
        <p:spPr bwMode="auto">
          <a:xfrm>
            <a:off x="6342483" y="1815503"/>
            <a:ext cx="1920240" cy="640080"/>
          </a:xfrm>
          <a:prstGeom prst="roundRect">
            <a:avLst>
              <a:gd name="adj" fmla="val 16667"/>
            </a:avLst>
          </a:prstGeom>
          <a:solidFill>
            <a:srgbClr val="FF1493"/>
          </a:solidFill>
        </p:spPr>
        <p:style>
          <a:lnRef idx="1">
            <a:schemeClr val="accent1"/>
          </a:lnRef>
          <a:fillRef idx="3">
            <a:schemeClr val="accent1"/>
          </a:fillRef>
          <a:effectRef idx="2">
            <a:schemeClr val="accent1"/>
          </a:effectRef>
          <a:fontRef idx="minor">
            <a:schemeClr val="lt1"/>
          </a:fontRef>
        </p:style>
        <p:txBody>
          <a:bodyPr rtlCol="0" anchor="ctr"/>
          <a:lstStyle/>
          <a:p>
            <a:pPr>
              <a:defRPr sz="1400">
                <a:solidFill>
                  <a:srgbClr val="FFFFFF"/>
                </a:solidFill>
              </a:defRPr>
            </a:pPr>
            <a:r>
              <a:rPr/>
              <a:t>Gemini LLM API</a:t>
            </a:r>
            <a:endParaRPr/>
          </a:p>
          <a:p>
            <a:pPr>
              <a:defRPr/>
            </a:pPr>
            <a:r>
              <a:rPr/>
              <a:t>(Explainability)</a:t>
            </a:r>
            <a:endParaRPr/>
          </a:p>
        </p:txBody>
      </p:sp>
      <p:sp>
        <p:nvSpPr>
          <p:cNvPr id="1723463010" name="Rounded Rectangle 154"/>
          <p:cNvSpPr/>
          <p:nvPr/>
        </p:nvSpPr>
        <p:spPr bwMode="auto">
          <a:xfrm>
            <a:off x="6400800" y="3017519"/>
            <a:ext cx="1920240" cy="640080"/>
          </a:xfrm>
          <a:prstGeom prst="roundRect">
            <a:avLst>
              <a:gd name="adj" fmla="val 16667"/>
            </a:avLst>
          </a:prstGeom>
          <a:solidFill>
            <a:srgbClr val="FF8C00"/>
          </a:solidFill>
        </p:spPr>
        <p:style>
          <a:lnRef idx="1">
            <a:schemeClr val="accent1"/>
          </a:lnRef>
          <a:fillRef idx="3">
            <a:schemeClr val="accent1"/>
          </a:fillRef>
          <a:effectRef idx="2">
            <a:schemeClr val="accent1"/>
          </a:effectRef>
          <a:fontRef idx="minor">
            <a:schemeClr val="lt1"/>
          </a:fontRef>
        </p:style>
        <p:txBody>
          <a:bodyPr rtlCol="0" anchor="ctr"/>
          <a:lstStyle/>
          <a:p>
            <a:pPr>
              <a:defRPr sz="1400">
                <a:solidFill>
                  <a:srgbClr val="FFFFFF"/>
                </a:solidFill>
              </a:defRPr>
            </a:pPr>
            <a:r>
              <a:rPr/>
              <a:t>Scikit-learn</a:t>
            </a:r>
            <a:endParaRPr/>
          </a:p>
          <a:p>
            <a:pPr>
              <a:defRPr/>
            </a:pPr>
            <a:r>
              <a:rPr/>
              <a:t>Logistic Regression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5143383" name="Google Shape;151;p33"/>
          <p:cNvSpPr txBox="1"/>
          <p:nvPr/>
        </p:nvSpPr>
        <p:spPr bwMode="auto">
          <a:xfrm>
            <a:off x="158825" y="855225"/>
            <a:ext cx="8784300" cy="1128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a:pPr>
            <a:r>
              <a:rPr lang="en-GB" sz="1800" b="0" i="0" u="none" strike="noStrike" cap="none">
                <a:solidFill>
                  <a:srgbClr val="000000"/>
                </a:solidFill>
                <a:latin typeface="Google Sans"/>
                <a:ea typeface="Google Sans"/>
                <a:cs typeface="Google Sans"/>
              </a:rPr>
              <a:t>Technologies to be used in the solution</a:t>
            </a:r>
            <a:endParaRPr sz="1200" b="0" i="0" u="none" strike="noStrike" cap="none">
              <a:solidFill>
                <a:srgbClr val="000000"/>
              </a:solidFill>
              <a:latin typeface="Google Sans"/>
              <a:ea typeface="Google Sans"/>
              <a:cs typeface="Google Sans"/>
            </a:endParaRPr>
          </a:p>
        </p:txBody>
      </p:sp>
      <p:pic>
        <p:nvPicPr>
          <p:cNvPr id="926515479" name="Google Shape;152;p33" title="frameeeee.png"/>
          <p:cNvPicPr/>
          <p:nvPr/>
        </p:nvPicPr>
        <p:blipFill rotWithShape="1">
          <a:blip r:embed="rId3">
            <a:alphaModFix/>
          </a:blip>
          <a:stretch/>
        </p:blipFill>
        <p:spPr bwMode="auto">
          <a:xfrm>
            <a:off x="0" y="0"/>
            <a:ext cx="9144003" cy="589347"/>
          </a:xfrm>
          <a:prstGeom prst="rect">
            <a:avLst/>
          </a:prstGeom>
          <a:noFill/>
          <a:ln>
            <a:noFill/>
          </a:ln>
        </p:spPr>
      </p:pic>
      <p:sp>
        <p:nvSpPr>
          <p:cNvPr id="207037405" name="TextBox 152"/>
          <p:cNvSpPr txBox="1"/>
          <p:nvPr/>
        </p:nvSpPr>
        <p:spPr bwMode="auto">
          <a:xfrm>
            <a:off x="457200" y="1371600"/>
            <a:ext cx="8236798" cy="3017880"/>
          </a:xfrm>
          <a:prstGeom prst="rect">
            <a:avLst/>
          </a:prstGeom>
          <a:noFill/>
        </p:spPr>
        <p:txBody>
          <a:bodyPr wrap="square">
            <a:spAutoFit/>
          </a:bodyPr>
          <a:lstStyle/>
          <a:p>
            <a:pPr>
              <a:defRPr sz="1600"/>
            </a:pPr>
            <a:r>
              <a:rPr/>
              <a:t>Core Technologies &amp; Google Integration</a:t>
            </a:r>
            <a:br>
              <a:rPr/>
            </a:br>
            <a:br>
              <a:rPr/>
            </a:br>
            <a:r>
              <a:rPr/>
              <a:t>To ensure scalability and powerful algorithmic performance, Lapper exclusively utilizes modern frameworks:</a:t>
            </a:r>
            <a:br>
              <a:rPr/>
            </a:br>
            <a:r>
              <a:rPr/>
              <a:t>- Language: Python 3</a:t>
            </a:r>
            <a:br>
              <a:rPr/>
            </a:br>
            <a:r>
              <a:rPr/>
              <a:t>- Web Framework: Flask REST API Server</a:t>
            </a:r>
            <a:br>
              <a:rPr/>
            </a:br>
            <a:r>
              <a:rPr/>
              <a:t>- Database: SQLite Relational Database Engine</a:t>
            </a:r>
            <a:r>
              <a:rPr lang="en-IN"/>
              <a:t>, MS Excel</a:t>
            </a:r>
            <a:br>
              <a:rPr/>
            </a:br>
            <a:r>
              <a:rPr/>
              <a:t>- Machine Learning: Scikit-learn (Logistic Regression model trained with standardized volunteer features)</a:t>
            </a:r>
            <a:br>
              <a:rPr/>
            </a:br>
            <a:r>
              <a:rPr/>
              <a:t>- Google Cloud &amp; AI: Google Generative AI (Gemini 1.5) API dynamically transforms algorithmic vector mathematics into transparent, contextual English to guarantee 'Explainable AI' for end users.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30776927" name="Google Shape;157;p34"/>
          <p:cNvSpPr txBox="1"/>
          <p:nvPr/>
        </p:nvSpPr>
        <p:spPr bwMode="auto">
          <a:xfrm flipH="0" flipV="0">
            <a:off x="158824" y="818549"/>
            <a:ext cx="8845200" cy="4282616"/>
          </a:xfrm>
          <a:prstGeom prst="rect">
            <a:avLst/>
          </a:prstGeom>
          <a:noFill/>
          <a:ln>
            <a:noFill/>
          </a:ln>
        </p:spPr>
        <p:txBody>
          <a:bodyPr spcFirstLastPara="1" wrap="square" lIns="91423" tIns="91423" rIns="91423" bIns="91423" anchor="t" anchorCtr="0">
            <a:noAutofit/>
          </a:bodyPr>
          <a:lstStyle/>
          <a:p>
            <a:pPr marL="0" marR="0" lvl="0" indent="0" algn="l" rtl="0">
              <a:lnSpc>
                <a:spcPct val="100000"/>
              </a:lnSpc>
              <a:spcBef>
                <a:spcPts val="0"/>
              </a:spcBef>
              <a:spcAft>
                <a:spcPts val="0"/>
              </a:spcAft>
              <a:buClr>
                <a:srgbClr val="000000"/>
              </a:buClr>
              <a:buSzPts val="1800"/>
              <a:buFont typeface="Arial"/>
              <a:buNone/>
              <a:defRPr/>
            </a:pPr>
            <a:r>
              <a:rPr lang="en-GB" sz="1800" b="0" i="0" u="none" strike="noStrike" cap="none">
                <a:solidFill>
                  <a:srgbClr val="000000"/>
                </a:solidFill>
                <a:latin typeface="Google Sans"/>
                <a:ea typeface="Google Sans"/>
                <a:cs typeface="Google Sans"/>
              </a:rPr>
              <a:t>Estimated implementation cost (optional)</a:t>
            </a:r>
            <a:endParaRPr lang="en-GB" sz="1800" b="0" i="0" u="none" strike="noStrike" cap="none">
              <a:solidFill>
                <a:srgbClr val="000000"/>
              </a:solidFill>
              <a:latin typeface="Google Sans"/>
              <a:ea typeface="Google Sans"/>
              <a:cs typeface="Google Sans"/>
            </a:endParaRPr>
          </a:p>
          <a:p>
            <a:pPr>
              <a:defRPr/>
            </a:pPr>
            <a:r>
              <a:rPr lang="en-IN" sz="1800" b="0" i="0" u="none" strike="noStrike" cap="none" spc="0">
                <a:solidFill>
                  <a:srgbClr val="000000"/>
                </a:solidFill>
                <a:latin typeface="Google Sans"/>
                <a:ea typeface="Google Sans"/>
                <a:cs typeface="Google Sans"/>
              </a:rPr>
              <a:t>1.</a:t>
            </a:r>
            <a:r>
              <a:rPr lang="en-GB" sz="1800" b="0" i="0" u="none" strike="noStrike" cap="none" spc="0">
                <a:solidFill>
                  <a:srgbClr val="000000"/>
                </a:solidFill>
                <a:latin typeface="Google Sans"/>
                <a:ea typeface="Google Sans"/>
                <a:cs typeface="Google Sans"/>
              </a:rPr>
              <a:t>Hosting (Google Cloud Run): ~$10.00 - $20.00</a:t>
            </a:r>
            <a:endParaRPr lang="en-GB" sz="1800" b="0" i="0" u="none" strike="noStrike" cap="none" spc="0">
              <a:solidFill>
                <a:srgbClr val="000000"/>
              </a:solidFill>
              <a:latin typeface="Google Sans"/>
              <a:cs typeface="Google Sans"/>
            </a:endParaRPr>
          </a:p>
          <a:p>
            <a:pPr>
              <a:defRPr/>
            </a:pPr>
            <a:r>
              <a:rPr lang="en-GB" sz="1800" b="0" i="0" u="none" strike="noStrike" cap="none" spc="0">
                <a:solidFill>
                  <a:srgbClr val="000000"/>
                </a:solidFill>
                <a:latin typeface="Google Sans"/>
                <a:ea typeface="Google Sans"/>
                <a:cs typeface="Google Sans"/>
              </a:rPr>
              <a:t>Paying for sustained compute time during peak traffic hours.</a:t>
            </a:r>
            <a:endParaRPr lang="en-GB" sz="1800" b="0" i="0" u="none" strike="noStrike" cap="none" spc="0">
              <a:solidFill>
                <a:srgbClr val="000000"/>
              </a:solidFill>
              <a:latin typeface="Google Sans"/>
              <a:cs typeface="Google Sans"/>
            </a:endParaRPr>
          </a:p>
          <a:p>
            <a:pPr>
              <a:defRPr/>
            </a:pPr>
            <a:r>
              <a:rPr lang="en-IN" sz="1800" b="0" i="0" u="none" strike="noStrike" cap="none" spc="0">
                <a:solidFill>
                  <a:srgbClr val="000000"/>
                </a:solidFill>
                <a:latin typeface="Google Sans"/>
                <a:ea typeface="Google Sans"/>
                <a:cs typeface="Google Sans"/>
              </a:rPr>
              <a:t>2.</a:t>
            </a:r>
            <a:r>
              <a:rPr lang="en-GB" sz="1800" b="0" i="0" u="none" strike="noStrike" cap="none" spc="0">
                <a:solidFill>
                  <a:srgbClr val="000000"/>
                </a:solidFill>
                <a:latin typeface="Google Sans"/>
                <a:ea typeface="Google Sans"/>
                <a:cs typeface="Google Sans"/>
              </a:rPr>
              <a:t>Permanent Database (Google Cloud SQL - PostgreSQL): ~$15.00 - $40.00</a:t>
            </a:r>
            <a:endParaRPr lang="en-GB" sz="1800" b="0" i="0" u="none" strike="noStrike" cap="none" spc="0">
              <a:solidFill>
                <a:srgbClr val="000000"/>
              </a:solidFill>
              <a:latin typeface="Google Sans"/>
              <a:cs typeface="Google Sans"/>
            </a:endParaRPr>
          </a:p>
          <a:p>
            <a:pPr>
              <a:defRPr/>
            </a:pPr>
            <a:r>
              <a:rPr lang="en-GB" sz="1800" b="0" i="0" u="none" strike="noStrike" cap="none" spc="0">
                <a:solidFill>
                  <a:srgbClr val="000000"/>
                </a:solidFill>
                <a:latin typeface="Google Sans"/>
                <a:ea typeface="Google Sans"/>
                <a:cs typeface="Google Sans"/>
              </a:rPr>
              <a:t>To safely store user data without it deleting when the server restarts, you will need a managed database. A basic db-f1-micro instance is around $15/month, while a more robust standard instance is roughly $40/month.</a:t>
            </a:r>
            <a:endParaRPr lang="en-GB" sz="1800" b="0" i="0" u="none" strike="noStrike" cap="none" spc="0">
              <a:solidFill>
                <a:srgbClr val="000000"/>
              </a:solidFill>
              <a:latin typeface="Google Sans"/>
              <a:cs typeface="Google Sans"/>
            </a:endParaRPr>
          </a:p>
          <a:p>
            <a:pPr>
              <a:defRPr/>
            </a:pPr>
            <a:r>
              <a:rPr lang="en-IN" sz="1800" b="0" i="0" u="none" strike="noStrike" cap="none" spc="0">
                <a:solidFill>
                  <a:srgbClr val="000000"/>
                </a:solidFill>
                <a:latin typeface="Google Sans"/>
                <a:ea typeface="Google Sans"/>
                <a:cs typeface="Google Sans"/>
              </a:rPr>
              <a:t>3.</a:t>
            </a:r>
            <a:r>
              <a:rPr lang="en-GB" sz="1800" b="0" i="0" u="none" strike="noStrike" cap="none" spc="0">
                <a:solidFill>
                  <a:srgbClr val="000000"/>
                </a:solidFill>
                <a:latin typeface="Google Sans"/>
                <a:ea typeface="Google Sans"/>
                <a:cs typeface="Google Sans"/>
              </a:rPr>
              <a:t>AI Explanations (Gemini API Pay-as-you-go): ~$2.00 - $5.00</a:t>
            </a:r>
            <a:endParaRPr lang="en-GB" sz="1800" b="0" i="0" u="none" strike="noStrike" cap="none" spc="0">
              <a:solidFill>
                <a:srgbClr val="000000"/>
              </a:solidFill>
              <a:latin typeface="Google Sans"/>
              <a:cs typeface="Google Sans"/>
            </a:endParaRPr>
          </a:p>
          <a:p>
            <a:pPr>
              <a:defRPr/>
            </a:pPr>
            <a:r>
              <a:rPr lang="en-GB" sz="1800" b="0" i="0" u="none" strike="noStrike" cap="none" spc="0">
                <a:solidFill>
                  <a:srgbClr val="000000"/>
                </a:solidFill>
                <a:latin typeface="Google Sans"/>
                <a:ea typeface="Google Sans"/>
                <a:cs typeface="Google Sans"/>
              </a:rPr>
              <a:t>Assuming 10,000 to 50,000 matching requests a month, the cost remains highly economical due to the efficiency of the Flash model.</a:t>
            </a:r>
            <a:endParaRPr lang="en-GB" sz="1800" b="0" i="0" u="none" strike="noStrike" cap="none" spc="0">
              <a:solidFill>
                <a:srgbClr val="000000"/>
              </a:solidFill>
              <a:latin typeface="Google Sans"/>
              <a:cs typeface="Google Sans"/>
            </a:endParaRPr>
          </a:p>
          <a:p>
            <a:pPr>
              <a:defRPr/>
            </a:pPr>
            <a:r>
              <a:rPr lang="en-IN" sz="1800" b="0" i="0" u="none" strike="noStrike" cap="none" spc="0">
                <a:solidFill>
                  <a:srgbClr val="000000"/>
                </a:solidFill>
                <a:latin typeface="Google Sans"/>
                <a:ea typeface="Google Sans"/>
                <a:cs typeface="Google Sans"/>
              </a:rPr>
              <a:t>4.</a:t>
            </a:r>
            <a:r>
              <a:rPr lang="en-GB" sz="1800" b="0" i="0" u="none" strike="noStrike" cap="none" spc="0">
                <a:solidFill>
                  <a:srgbClr val="000000"/>
                </a:solidFill>
                <a:latin typeface="Google Sans"/>
                <a:ea typeface="Google Sans"/>
                <a:cs typeface="Google Sans"/>
              </a:rPr>
              <a:t>Third-Party APIs (Optional): ~$5.00 - $10.00</a:t>
            </a:r>
            <a:endParaRPr lang="en-GB" sz="1800" b="0" i="0" u="none" strike="noStrike" cap="none" spc="0">
              <a:solidFill>
                <a:srgbClr val="000000"/>
              </a:solidFill>
              <a:latin typeface="Google Sans"/>
              <a:cs typeface="Google Sans"/>
            </a:endParaRPr>
          </a:p>
          <a:p>
            <a:pPr>
              <a:defRPr/>
            </a:pPr>
            <a:r>
              <a:rPr lang="en-GB" sz="1800" b="0" i="0" u="none" strike="noStrike" cap="none" spc="0">
                <a:solidFill>
                  <a:srgbClr val="000000"/>
                </a:solidFill>
                <a:latin typeface="Google Sans"/>
                <a:ea typeface="Google Sans"/>
                <a:cs typeface="Google Sans"/>
              </a:rPr>
              <a:t>Google Maps API: $200 monthly credit is free, which covers tens of thousands of map loads.</a:t>
            </a:r>
            <a:endParaRPr lang="en-GB" sz="1800" b="0" i="0" u="none" strike="noStrike" cap="none" spc="0">
              <a:solidFill>
                <a:srgbClr val="000000"/>
              </a:solidFill>
              <a:latin typeface="Google Sans"/>
              <a:cs typeface="Google Sans"/>
            </a:endParaRPr>
          </a:p>
          <a:p>
            <a:pPr marL="0" marR="0" lvl="0" indent="0" algn="l" rtl="0">
              <a:lnSpc>
                <a:spcPct val="100000"/>
              </a:lnSpc>
              <a:spcBef>
                <a:spcPts val="0"/>
              </a:spcBef>
              <a:spcAft>
                <a:spcPts val="0"/>
              </a:spcAft>
              <a:buClr>
                <a:srgbClr val="000000"/>
              </a:buClr>
              <a:buSzPts val="1800"/>
              <a:buFont typeface="Arial"/>
              <a:buNone/>
              <a:defRPr/>
            </a:pPr>
            <a:r>
              <a:rPr lang="en-GB" sz="1800" b="0" i="0" u="none" strike="noStrike" cap="none" spc="0">
                <a:solidFill>
                  <a:srgbClr val="000000"/>
                </a:solidFill>
                <a:latin typeface="Google Sans"/>
                <a:ea typeface="Google Sans"/>
                <a:cs typeface="Google Sans"/>
              </a:rPr>
              <a:t>Twilio SMS: ~$0.01 per text message for real-time volunteer notifications.</a:t>
            </a:r>
            <a:endParaRPr sz="1800" b="0" i="0" u="none" strike="noStrike" cap="none">
              <a:solidFill>
                <a:srgbClr val="000000"/>
              </a:solidFill>
              <a:latin typeface="Google Sans"/>
              <a:ea typeface="Google Sans"/>
              <a:cs typeface="Google Sans"/>
            </a:endParaRPr>
          </a:p>
        </p:txBody>
      </p:sp>
      <p:pic>
        <p:nvPicPr>
          <p:cNvPr id="1201078721" name="Google Shape;158;p34" title="frameeeee.png"/>
          <p:cNvPicPr/>
          <p:nvPr/>
        </p:nvPicPr>
        <p:blipFill rotWithShape="1">
          <a:blip r:embed="rId3">
            <a:alphaModFix/>
          </a:blip>
          <a:stretch/>
        </p:blipFill>
        <p:spPr bwMode="auto">
          <a:xfrm>
            <a:off x="0" y="0"/>
            <a:ext cx="9144003" cy="589347"/>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66532307" name="Google Shape;163;p35"/>
          <p:cNvSpPr txBox="1"/>
          <p:nvPr/>
        </p:nvSpPr>
        <p:spPr bwMode="auto">
          <a:xfrm>
            <a:off x="219900" y="855225"/>
            <a:ext cx="8723100" cy="598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a:pPr>
            <a:r>
              <a:rPr lang="en-GB" sz="1800" b="0" i="0" u="none" strike="noStrike" cap="none">
                <a:solidFill>
                  <a:srgbClr val="000000"/>
                </a:solidFill>
                <a:latin typeface="Google Sans"/>
                <a:ea typeface="Google Sans"/>
                <a:cs typeface="Google Sans"/>
              </a:rPr>
              <a:t>Snapshots of the MVP</a:t>
            </a:r>
            <a:endParaRPr sz="1800" b="0" i="0" u="none" strike="noStrike" cap="none">
              <a:solidFill>
                <a:srgbClr val="000000"/>
              </a:solidFill>
              <a:latin typeface="Google Sans"/>
              <a:ea typeface="Google Sans"/>
              <a:cs typeface="Google Sans"/>
            </a:endParaRPr>
          </a:p>
        </p:txBody>
      </p:sp>
      <p:pic>
        <p:nvPicPr>
          <p:cNvPr id="1424128116" name="Google Shape;164;p35" title="frameeeee.png"/>
          <p:cNvPicPr/>
          <p:nvPr/>
        </p:nvPicPr>
        <p:blipFill rotWithShape="1">
          <a:blip r:embed="rId3">
            <a:alphaModFix/>
          </a:blip>
          <a:stretch/>
        </p:blipFill>
        <p:spPr bwMode="auto">
          <a:xfrm>
            <a:off x="0" y="0"/>
            <a:ext cx="9144003" cy="589347"/>
          </a:xfrm>
          <a:prstGeom prst="rect">
            <a:avLst/>
          </a:prstGeom>
          <a:noFill/>
          <a:ln>
            <a:noFill/>
          </a:ln>
        </p:spPr>
      </p:pic>
      <p:pic>
        <p:nvPicPr>
          <p:cNvPr id="952711018" name="Picture 164" descr="click_feedback_1776967314381.png"/>
          <p:cNvPicPr>
            <a:picLocks noChangeAspect="1"/>
          </p:cNvPicPr>
          <p:nvPr/>
        </p:nvPicPr>
        <p:blipFill rotWithShape="1">
          <a:blip r:embed="rId4"/>
          <a:stretch/>
        </p:blipFill>
        <p:spPr bwMode="auto">
          <a:xfrm flipH="0" flipV="0">
            <a:off x="457200" y="1371599"/>
            <a:ext cx="3840480" cy="2343149"/>
          </a:xfrm>
          <a:prstGeom prst="rect">
            <a:avLst/>
          </a:prstGeom>
        </p:spPr>
      </p:pic>
      <p:pic>
        <p:nvPicPr>
          <p:cNvPr id="2136357756" name=""/>
          <p:cNvPicPr>
            <a:picLocks noChangeAspect="1"/>
          </p:cNvPicPr>
          <p:nvPr/>
        </p:nvPicPr>
        <p:blipFill rotWithShape="1">
          <a:blip r:embed="rId5"/>
          <a:stretch/>
        </p:blipFill>
        <p:spPr bwMode="auto">
          <a:xfrm flipH="0" flipV="0">
            <a:off x="4572000" y="1154624"/>
            <a:ext cx="4486249" cy="268958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77800930" name="Google Shape;169;p36"/>
          <p:cNvSpPr txBox="1"/>
          <p:nvPr/>
        </p:nvSpPr>
        <p:spPr bwMode="auto">
          <a:xfrm flipH="0" flipV="0">
            <a:off x="109949" y="781899"/>
            <a:ext cx="8894099" cy="4272181"/>
          </a:xfrm>
          <a:prstGeom prst="rect">
            <a:avLst/>
          </a:prstGeom>
          <a:noFill/>
          <a:ln>
            <a:noFill/>
          </a:ln>
        </p:spPr>
        <p:txBody>
          <a:bodyPr spcFirstLastPara="1" wrap="square" lIns="91423" tIns="91423" rIns="91423" bIns="91423" anchor="t" anchorCtr="0">
            <a:noAutofit/>
          </a:bodyPr>
          <a:lstStyle/>
          <a:p>
            <a:pPr marL="0" marR="0" lvl="0" indent="0" algn="l" rtl="0">
              <a:lnSpc>
                <a:spcPct val="100000"/>
              </a:lnSpc>
              <a:spcBef>
                <a:spcPts val="0"/>
              </a:spcBef>
              <a:spcAft>
                <a:spcPts val="0"/>
              </a:spcAft>
              <a:buClr>
                <a:srgbClr val="000000"/>
              </a:buClr>
              <a:buSzPts val="1800"/>
              <a:buFont typeface="Arial"/>
              <a:buNone/>
              <a:defRPr/>
            </a:pPr>
            <a:r>
              <a:rPr lang="en-GB" sz="1800" b="0" i="0" u="none" strike="noStrike" cap="none">
                <a:solidFill>
                  <a:srgbClr val="000000"/>
                </a:solidFill>
                <a:latin typeface="Google Sans"/>
                <a:ea typeface="Google Sans"/>
                <a:cs typeface="Google Sans"/>
              </a:rPr>
              <a:t>Additional Details/Future Development (if any)</a:t>
            </a:r>
            <a:endParaRPr lang="en-GB" sz="1800" b="0" i="0" u="none" strike="noStrike" cap="none">
              <a:solidFill>
                <a:srgbClr val="000000"/>
              </a:solidFill>
              <a:latin typeface="Google Sans"/>
              <a:ea typeface="Google Sans"/>
              <a:cs typeface="Google Sans"/>
            </a:endParaRPr>
          </a:p>
          <a:p>
            <a:pPr>
              <a:defRPr/>
            </a:pPr>
            <a:r>
              <a:rPr lang="en-IN" sz="1800" b="0" i="0" u="none" strike="noStrike" cap="none" spc="0">
                <a:solidFill>
                  <a:srgbClr val="000000"/>
                </a:solidFill>
                <a:latin typeface="Google Sans"/>
                <a:ea typeface="Google Sans"/>
                <a:cs typeface="Google Sans"/>
              </a:rPr>
              <a:t>1.</a:t>
            </a:r>
            <a:r>
              <a:rPr lang="en-GB" sz="1800" b="0" i="0" u="none" strike="noStrike" cap="none" spc="0">
                <a:solidFill>
                  <a:srgbClr val="000000"/>
                </a:solidFill>
                <a:latin typeface="Google Sans"/>
                <a:ea typeface="Google Sans"/>
                <a:cs typeface="Google Sans"/>
              </a:rPr>
              <a:t>Advanced AI &amp; Matching Engine Upgrades: Moving from exact string overlap to semantic skill matching (vector embeddings), implementing real GPS/geocoding distances, and establishing a continuous learning loop.</a:t>
            </a:r>
            <a:endParaRPr lang="en-GB" sz="1800" b="0" i="0" u="none" strike="noStrike" cap="none" spc="0">
              <a:solidFill>
                <a:srgbClr val="000000"/>
              </a:solidFill>
              <a:latin typeface="Google Sans"/>
              <a:ea typeface="Google Sans"/>
              <a:cs typeface="Google Sans"/>
            </a:endParaRPr>
          </a:p>
          <a:p>
            <a:pPr>
              <a:defRPr/>
            </a:pPr>
            <a:endParaRPr lang="en-GB" sz="1800" b="0" i="0" u="none" strike="noStrike" cap="none" spc="0">
              <a:solidFill>
                <a:srgbClr val="000000"/>
              </a:solidFill>
              <a:latin typeface="Google Sans"/>
              <a:cs typeface="Google Sans"/>
            </a:endParaRPr>
          </a:p>
          <a:p>
            <a:pPr>
              <a:defRPr/>
            </a:pPr>
            <a:r>
              <a:rPr lang="en-IN" sz="1800" b="0" i="0" u="none" strike="noStrike" cap="none" spc="0">
                <a:solidFill>
                  <a:srgbClr val="000000"/>
                </a:solidFill>
                <a:latin typeface="Google Sans"/>
                <a:ea typeface="Google Sans"/>
                <a:cs typeface="Google Sans"/>
              </a:rPr>
              <a:t>2.</a:t>
            </a:r>
            <a:r>
              <a:rPr lang="en-GB" sz="1800" b="0" i="0" u="none" strike="noStrike" cap="none" spc="0">
                <a:solidFill>
                  <a:srgbClr val="000000"/>
                </a:solidFill>
                <a:latin typeface="Google Sans"/>
                <a:ea typeface="Google Sans"/>
                <a:cs typeface="Google Sans"/>
              </a:rPr>
              <a:t>Platform Features &amp; UI/UX: Adding an interactive map using Leaflet.js or Google Maps to visualize requests, integrating real-time SMS/Email notifications, and building a global analytics dashboard.</a:t>
            </a:r>
            <a:endParaRPr lang="en-GB" sz="1800" b="0" i="0" u="none" strike="noStrike" cap="none" spc="0">
              <a:solidFill>
                <a:srgbClr val="000000"/>
              </a:solidFill>
              <a:latin typeface="Google Sans"/>
              <a:ea typeface="Google Sans"/>
              <a:cs typeface="Google Sans"/>
            </a:endParaRPr>
          </a:p>
          <a:p>
            <a:pPr>
              <a:defRPr/>
            </a:pPr>
            <a:endParaRPr lang="en-GB" sz="1800" b="0" i="0" u="none" strike="noStrike" cap="none" spc="0">
              <a:solidFill>
                <a:srgbClr val="000000"/>
              </a:solidFill>
              <a:latin typeface="Google Sans"/>
              <a:cs typeface="Google Sans"/>
            </a:endParaRPr>
          </a:p>
          <a:p>
            <a:pPr>
              <a:defRPr/>
            </a:pPr>
            <a:r>
              <a:rPr lang="en-IN" sz="1800" b="0" i="0" u="none" strike="noStrike" cap="none" spc="0">
                <a:solidFill>
                  <a:srgbClr val="000000"/>
                </a:solidFill>
                <a:latin typeface="Google Sans"/>
                <a:ea typeface="Google Sans"/>
                <a:cs typeface="Google Sans"/>
              </a:rPr>
              <a:t>3.</a:t>
            </a:r>
            <a:r>
              <a:rPr lang="en-GB" sz="1800" b="0" i="0" u="none" strike="noStrike" cap="none" spc="0">
                <a:solidFill>
                  <a:srgbClr val="000000"/>
                </a:solidFill>
                <a:latin typeface="Google Sans"/>
                <a:ea typeface="Google Sans"/>
                <a:cs typeface="Google Sans"/>
              </a:rPr>
              <a:t>Backend &amp; Architecture Scaling: Migrating the current SQLite database to PostgreSQL, moving to a fully decoupled frontend framework like React or Vue, and processing Gemini AI explanations asynchronously using background workers.</a:t>
            </a:r>
            <a:endParaRPr lang="en-GB" sz="1800" b="0" i="0" u="none" strike="noStrike" cap="none" spc="0">
              <a:solidFill>
                <a:srgbClr val="000000"/>
              </a:solidFill>
              <a:latin typeface="Google Sans"/>
              <a:ea typeface="Google Sans"/>
              <a:cs typeface="Google Sans"/>
            </a:endParaRPr>
          </a:p>
          <a:p>
            <a:pPr>
              <a:defRPr/>
            </a:pPr>
            <a:endParaRPr lang="en-GB" sz="1800" b="0" i="0" u="none" strike="noStrike" cap="none" spc="0">
              <a:solidFill>
                <a:srgbClr val="000000"/>
              </a:solidFill>
              <a:latin typeface="Google Sans"/>
              <a:cs typeface="Google Sans"/>
            </a:endParaRPr>
          </a:p>
          <a:p>
            <a:pPr marL="0" marR="0" lvl="0" indent="0" algn="l" rtl="0">
              <a:lnSpc>
                <a:spcPct val="100000"/>
              </a:lnSpc>
              <a:spcBef>
                <a:spcPts val="0"/>
              </a:spcBef>
              <a:spcAft>
                <a:spcPts val="0"/>
              </a:spcAft>
              <a:buClr>
                <a:srgbClr val="000000"/>
              </a:buClr>
              <a:buSzPts val="1800"/>
              <a:buFont typeface="Arial"/>
              <a:buNone/>
              <a:defRPr/>
            </a:pPr>
            <a:r>
              <a:rPr lang="en-IN" sz="1800" b="0" i="0" u="none" strike="noStrike" cap="none" spc="0">
                <a:solidFill>
                  <a:srgbClr val="000000"/>
                </a:solidFill>
                <a:latin typeface="Google Sans"/>
                <a:ea typeface="Google Sans"/>
                <a:cs typeface="Google Sans"/>
              </a:rPr>
              <a:t>4.</a:t>
            </a:r>
            <a:r>
              <a:rPr lang="en-GB" sz="1800" b="0" i="0" u="none" strike="noStrike" cap="none" spc="0">
                <a:solidFill>
                  <a:srgbClr val="000000"/>
                </a:solidFill>
                <a:latin typeface="Google Sans"/>
                <a:ea typeface="Google Sans"/>
                <a:cs typeface="Google Sans"/>
              </a:rPr>
              <a:t>DevOps &amp; Production Readiness: Utilizing docker-compose for local environments, setting up CI/CD pipelines (e.g. GitHub Actions)</a:t>
            </a:r>
            <a:endParaRPr sz="1800" b="0" i="0" u="none" strike="noStrike" cap="none">
              <a:solidFill>
                <a:srgbClr val="000000"/>
              </a:solidFill>
              <a:latin typeface="Google Sans"/>
              <a:ea typeface="Google Sans"/>
              <a:cs typeface="Google Sans"/>
            </a:endParaRPr>
          </a:p>
        </p:txBody>
      </p:sp>
      <p:pic>
        <p:nvPicPr>
          <p:cNvPr id="1998865241" name="Google Shape;170;p36" title="frameeeee.png"/>
          <p:cNvPicPr/>
          <p:nvPr/>
        </p:nvPicPr>
        <p:blipFill rotWithShape="1">
          <a:blip r:embed="rId3">
            <a:alphaModFix/>
          </a:blip>
          <a:stretch/>
        </p:blipFill>
        <p:spPr bwMode="auto">
          <a:xfrm>
            <a:off x="0" y="0"/>
            <a:ext cx="9144003" cy="589347"/>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99136760" name="Google Shape;175;p37"/>
          <p:cNvSpPr txBox="1"/>
          <p:nvPr/>
        </p:nvSpPr>
        <p:spPr bwMode="auto">
          <a:xfrm>
            <a:off x="146600" y="843000"/>
            <a:ext cx="8833200" cy="635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a:pPr>
            <a:r>
              <a:rPr lang="en-GB" sz="1800" b="0" i="0" u="none" strike="noStrike" cap="none">
                <a:solidFill>
                  <a:srgbClr val="000000"/>
                </a:solidFill>
                <a:latin typeface="Google Sans"/>
                <a:ea typeface="Google Sans"/>
                <a:cs typeface="Google Sans"/>
              </a:rPr>
              <a:t>Provide links to your:</a:t>
            </a:r>
            <a:endParaRPr sz="1800" b="0" i="0" u="none" strike="noStrike" cap="none">
              <a:solidFill>
                <a:srgbClr val="000000"/>
              </a:solidFill>
              <a:latin typeface="Google Sans"/>
              <a:ea typeface="Google Sans"/>
              <a:cs typeface="Google Sans"/>
            </a:endParaRPr>
          </a:p>
          <a:p>
            <a:pPr marL="0" marR="0" lvl="0" indent="0" algn="l" rtl="0">
              <a:lnSpc>
                <a:spcPct val="100000"/>
              </a:lnSpc>
              <a:spcBef>
                <a:spcPts val="0"/>
              </a:spcBef>
              <a:spcAft>
                <a:spcPts val="0"/>
              </a:spcAft>
              <a:buClr>
                <a:srgbClr val="000000"/>
              </a:buClr>
              <a:buSzPts val="1800"/>
              <a:buFont typeface="Arial"/>
              <a:buNone/>
              <a:defRPr/>
            </a:pPr>
            <a:endParaRPr sz="1800" b="0" i="0" u="none" strike="noStrike" cap="none">
              <a:solidFill>
                <a:srgbClr val="000000"/>
              </a:solidFill>
              <a:latin typeface="Google Sans"/>
              <a:ea typeface="Google Sans"/>
              <a:cs typeface="Google Sans"/>
            </a:endParaRPr>
          </a:p>
          <a:p>
            <a:pPr marL="457200" marR="0" lvl="0" indent="-342900" algn="l" rtl="0">
              <a:lnSpc>
                <a:spcPct val="100000"/>
              </a:lnSpc>
              <a:spcBef>
                <a:spcPts val="0"/>
              </a:spcBef>
              <a:spcAft>
                <a:spcPts val="0"/>
              </a:spcAft>
              <a:buClr>
                <a:srgbClr val="000000"/>
              </a:buClr>
              <a:buSzPts val="1800"/>
              <a:buFont typeface="Google Sans"/>
              <a:buAutoNum type="arabicPeriod"/>
              <a:defRPr/>
            </a:pPr>
            <a:r>
              <a:rPr lang="en-GB" sz="1800" b="0" i="0" u="none" strike="noStrike" cap="none">
                <a:solidFill>
                  <a:srgbClr val="000000"/>
                </a:solidFill>
                <a:latin typeface="Google Sans"/>
                <a:ea typeface="Google Sans"/>
                <a:cs typeface="Google Sans"/>
              </a:rPr>
              <a:t>GitHub Public Repository</a:t>
            </a:r>
            <a:r>
              <a:rPr lang="en-IN" sz="1800" b="0" i="0" u="none" strike="noStrike" cap="none">
                <a:solidFill>
                  <a:srgbClr val="000000"/>
                </a:solidFill>
                <a:latin typeface="Google Sans"/>
                <a:ea typeface="Google Sans"/>
                <a:cs typeface="Google Sans"/>
              </a:rPr>
              <a:t>    -  </a:t>
            </a:r>
            <a:r>
              <a:rPr u="sng">
                <a:solidFill>
                  <a:schemeClr val="hlink"/>
                </a:solidFill>
                <a:hlinkClick r:id="rId3" tooltip=""/>
              </a:rPr>
              <a:t>https://github.com/nawangdorjay/google-ai-solution-challenge--smart-resource-allocation</a:t>
            </a:r>
            <a:endParaRPr sz="1800" b="0" i="0" u="none" strike="noStrike" cap="none">
              <a:solidFill>
                <a:srgbClr val="000000"/>
              </a:solidFill>
              <a:latin typeface="Google Sans"/>
              <a:ea typeface="Google Sans"/>
              <a:cs typeface="Google Sans"/>
            </a:endParaRPr>
          </a:p>
          <a:p>
            <a:pPr marL="457200" marR="0" lvl="0" indent="-342900" algn="l" rtl="0">
              <a:lnSpc>
                <a:spcPct val="100000"/>
              </a:lnSpc>
              <a:spcBef>
                <a:spcPts val="0"/>
              </a:spcBef>
              <a:spcAft>
                <a:spcPts val="0"/>
              </a:spcAft>
              <a:buClr>
                <a:srgbClr val="000000"/>
              </a:buClr>
              <a:buSzPts val="1800"/>
              <a:buFont typeface="Google Sans"/>
              <a:buAutoNum type="arabicPeriod"/>
              <a:defRPr/>
            </a:pPr>
            <a:r>
              <a:rPr lang="en-GB" sz="1800" b="0" i="0" u="none" strike="noStrike" cap="none">
                <a:solidFill>
                  <a:srgbClr val="000000"/>
                </a:solidFill>
                <a:latin typeface="Google Sans"/>
                <a:ea typeface="Google Sans"/>
                <a:cs typeface="Google Sans"/>
              </a:rPr>
              <a:t>Demo Video Link (3 Minutes)</a:t>
            </a:r>
            <a:r>
              <a:rPr lang="en-IN" sz="1800" b="0" i="0" u="none" strike="noStrike" cap="none">
                <a:solidFill>
                  <a:srgbClr val="000000"/>
                </a:solidFill>
                <a:latin typeface="Google Sans"/>
                <a:ea typeface="Google Sans"/>
                <a:cs typeface="Google Sans"/>
              </a:rPr>
              <a:t>:</a:t>
            </a:r>
            <a:endParaRPr sz="1800" b="0" i="0" u="none" strike="noStrike" cap="none">
              <a:solidFill>
                <a:srgbClr val="000000"/>
              </a:solidFill>
              <a:latin typeface="Google Sans"/>
              <a:ea typeface="Google Sans"/>
              <a:cs typeface="Google Sans"/>
            </a:endParaRPr>
          </a:p>
          <a:p>
            <a:pPr marL="457200" marR="0" lvl="0" indent="-342900" algn="l" rtl="0">
              <a:lnSpc>
                <a:spcPct val="100000"/>
              </a:lnSpc>
              <a:spcBef>
                <a:spcPts val="0"/>
              </a:spcBef>
              <a:spcAft>
                <a:spcPts val="0"/>
              </a:spcAft>
              <a:buClr>
                <a:srgbClr val="000000"/>
              </a:buClr>
              <a:buSzPts val="1800"/>
              <a:buFont typeface="Google Sans"/>
              <a:buAutoNum type="arabicPeriod"/>
              <a:defRPr/>
            </a:pPr>
            <a:r>
              <a:rPr lang="en-GB" sz="1800" b="0" i="0" u="none" strike="noStrike" cap="none">
                <a:solidFill>
                  <a:srgbClr val="000000"/>
                </a:solidFill>
                <a:latin typeface="Google Sans"/>
                <a:ea typeface="Google Sans"/>
                <a:cs typeface="Google Sans"/>
              </a:rPr>
              <a:t>MVP Link</a:t>
            </a:r>
            <a:r>
              <a:rPr lang="en-IN" sz="1800" b="0" i="0" u="none" strike="noStrike" cap="none">
                <a:solidFill>
                  <a:srgbClr val="000000"/>
                </a:solidFill>
                <a:latin typeface="Google Sans"/>
                <a:ea typeface="Google Sans"/>
                <a:cs typeface="Google Sans"/>
              </a:rPr>
              <a:t> : -  </a:t>
            </a:r>
            <a:r>
              <a:rPr lang="en-IN" sz="1800" b="0" i="0" u="none" strike="noStrike" cap="none" spc="0">
                <a:solidFill>
                  <a:srgbClr val="000000"/>
                </a:solidFill>
                <a:latin typeface="Google Sans"/>
                <a:ea typeface="Google Sans"/>
                <a:cs typeface="Google Sans"/>
              </a:rPr>
              <a:t>https://google-ai-solution-challenge-smart.onrender.com</a:t>
            </a:r>
            <a:endParaRPr sz="1800" b="0" i="0" u="none" strike="noStrike" cap="none">
              <a:solidFill>
                <a:srgbClr val="000000"/>
              </a:solidFill>
              <a:latin typeface="Google Sans"/>
              <a:ea typeface="Google Sans"/>
              <a:cs typeface="Google Sans"/>
            </a:endParaRPr>
          </a:p>
          <a:p>
            <a:pPr marL="457200" marR="0" lvl="0" indent="-342900" algn="l" rtl="0">
              <a:lnSpc>
                <a:spcPct val="100000"/>
              </a:lnSpc>
              <a:spcBef>
                <a:spcPts val="0"/>
              </a:spcBef>
              <a:spcAft>
                <a:spcPts val="0"/>
              </a:spcAft>
              <a:buSzPts val="1800"/>
              <a:buFont typeface="Google Sans"/>
              <a:buAutoNum type="arabicPeriod"/>
              <a:defRPr/>
            </a:pPr>
            <a:r>
              <a:rPr lang="en-GB" sz="1800">
                <a:latin typeface="Google Sans"/>
                <a:ea typeface="Google Sans"/>
                <a:cs typeface="Google Sans"/>
              </a:rPr>
              <a:t>Working Prototype Link</a:t>
            </a:r>
            <a:r>
              <a:rPr lang="en-IN" sz="1800">
                <a:latin typeface="Google Sans"/>
                <a:ea typeface="Google Sans"/>
                <a:cs typeface="Google Sans"/>
              </a:rPr>
              <a:t>: -  </a:t>
            </a:r>
            <a:r>
              <a:rPr lang="en-IN" sz="1800" b="0" i="0" u="none" strike="noStrike" cap="none" spc="0">
                <a:solidFill>
                  <a:srgbClr val="000000"/>
                </a:solidFill>
                <a:latin typeface="Google Sans"/>
                <a:ea typeface="Google Sans"/>
                <a:cs typeface="Google Sans"/>
              </a:rPr>
              <a:t>https://google-ai-solution-challenge-smart.onrender.com</a:t>
            </a:r>
            <a:endParaRPr sz="1800">
              <a:latin typeface="Google Sans"/>
              <a:ea typeface="Google Sans"/>
              <a:cs typeface="Google Sans"/>
            </a:endParaRPr>
          </a:p>
        </p:txBody>
      </p:sp>
      <p:pic>
        <p:nvPicPr>
          <p:cNvPr id="280046574" name="Google Shape;176;p37" title="frameeeee.png"/>
          <p:cNvPicPr/>
          <p:nvPr/>
        </p:nvPicPr>
        <p:blipFill rotWithShape="1">
          <a:blip r:embed="rId4">
            <a:alphaModFix/>
          </a:blip>
          <a:stretch/>
        </p:blipFill>
        <p:spPr bwMode="auto">
          <a:xfrm>
            <a:off x="0" y="0"/>
            <a:ext cx="9144003" cy="589347"/>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607007521" name="Google Shape;181;p38" title="frameeeee.png"/>
          <p:cNvPicPr/>
          <p:nvPr/>
        </p:nvPicPr>
        <p:blipFill rotWithShape="1">
          <a:blip r:embed="rId3">
            <a:alphaModFix/>
          </a:blip>
          <a:stretch/>
        </p:blipFill>
        <p:spPr bwMode="auto">
          <a:xfrm>
            <a:off x="0" y="0"/>
            <a:ext cx="9144003" cy="589347"/>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788838946" name="Google Shape;186;p39" title="38d89ed3-9ded-48f6-b368-c62c46c50b68 1 [Vectorized].png"/>
          <p:cNvPicPr/>
          <p:nvPr/>
        </p:nvPicPr>
        <p:blipFill rotWithShape="1">
          <a:blip r:embed="rId3">
            <a:alphaModFix/>
          </a:blip>
          <a:srcRect l="0" t="0" r="0" b="0"/>
          <a:stretch/>
        </p:blipFill>
        <p:spPr bwMode="auto">
          <a:xfrm>
            <a:off x="4045" y="0"/>
            <a:ext cx="9144018" cy="5143501"/>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_rels/theme3.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3.xml><?xml version="1.0" encoding="utf-8"?>
<a:theme xmlns:a="http://schemas.openxmlformats.org/drawingml/2006/main" xmlns:r="http://schemas.openxmlformats.org/officeDocument/2006/relationships" xmlns:p="http://schemas.openxmlformats.org/presentationml/2006/main" na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ONLYOFFICE/9.1.0.167</Application>
  <PresentationFormat>On-screen Show (4:3)</PresentationFormat>
  <Paragraphs>0</Paragraphs>
  <Slides>15</Slides>
  <Notes>15</Notes>
  <HiddenSlides>0</HiddenSlides>
  <MMClips>2</MMClips>
  <ScaleCrop>0</ScaleCrop>
  <HeadingPairs>
    <vt:vector size="4" baseType="variant">
      <vt:variant>
        <vt:lpstr>Theme</vt:lpstr>
      </vt:variant>
      <vt:variant>
        <vt:i4>2</vt:i4>
      </vt:variant>
      <vt:variant>
        <vt:lpstr>Slide Titles</vt:lpstr>
      </vt:variant>
      <vt:variant>
        <vt:i4>15</vt:i4>
      </vt:variant>
    </vt:vector>
  </HeadingPairs>
  <TitlesOfParts>
    <vt:vector size="17" baseType="lpstr">
      <vt:lpstr>Theme 1</vt:lpstr>
      <vt:lpstr>Theme 2</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
  <cp:revision>2</cp:revision>
  <dcterms:modified xsi:type="dcterms:W3CDTF">2026-04-27T14:21:31Z</dcterms:modified>
</cp:coreProperties>
</file>