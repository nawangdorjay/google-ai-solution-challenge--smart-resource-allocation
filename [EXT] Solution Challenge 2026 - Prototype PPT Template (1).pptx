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GoogleSans-regular.fntdata"/><Relationship Id="rId21" Type="http://schemas.openxmlformats.org/officeDocument/2006/relationships/slide" Target="slides/slide15.xml"/><Relationship Id="rId24" Type="http://schemas.openxmlformats.org/officeDocument/2006/relationships/font" Target="fonts/GoogleSans-italic.fntdata"/><Relationship Id="rId23" Type="http://schemas.openxmlformats.org/officeDocument/2006/relationships/font" Target="fonts/Google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Google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c07f7ad1a1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c07f7ad1a1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c07f7ad1a1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c07f7ad1a1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c07f7ad1a1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c07f7ad1a1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c07f7ad1a1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c07f7ad1a1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c07f7ad1a1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c07f7ad1a1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c07f7ad1a1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c07f7ad1a1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c07f7ad1a1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c07f7ad1a1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c07f7ad1a1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In case of queries, kindly reach out to us at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solutionchallengesupport@hack2skill.com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65700" y="3897125"/>
            <a:ext cx="901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Note: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Prototype must include cloud deployment and use at least one Google AI model or service (e.g., Gemini) as part of the solution.</a:t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b="0" l="0" r="0"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to be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MVP Link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